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9.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_rels/presentation.xml.rels" ContentType="application/vnd.openxmlformats-package.relationships+xml"/>
  <Override PartName="/ppt/slides/slide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9.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1.jpeg" ContentType="image/jpeg"/>
  <Override PartName="/ppt/media/image2.jpeg" ContentType="image/jpeg"/>
  <Override PartName="/ppt/media/image5.png" ContentType="image/png"/>
  <Override PartName="/ppt/media/image3.jpeg" ContentType="image/jpeg"/>
  <Override PartName="/ppt/media/image4.png" ContentType="image/png"/>
  <Override PartName="/ppt/media/image8.jpeg" ContentType="image/jpeg"/>
  <Override PartName="/ppt/media/image6.png" ContentType="image/png"/>
  <Override PartName="/ppt/media/image9.png" ContentType="image/png"/>
  <Override PartName="/ppt/media/image7.jpeg" ContentType="image/jpeg"/>
  <Override PartName="/ppt/media/image10.jpeg" ContentType="image/jpeg"/>
  <Override PartName="/ppt/media/image11.png" ContentType="image/png"/>
  <Override PartName="/ppt/media/image12.jpeg" ContentType="image/jpeg"/>
  <Override PartName="/ppt/media/image13.png" ContentType="image/png"/>
  <Override PartName="/ppt/media/image14.jpeg" ContentType="image/jpeg"/>
  <Override PartName="/ppt/media/image15.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8288000" cy="10287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6" name="PlaceHolder 2"/>
          <p:cNvSpPr>
            <a:spLocks noGrp="1"/>
          </p:cNvSpPr>
          <p:nvPr>
            <p:ph type="subTitle"/>
          </p:nvPr>
        </p:nvSpPr>
        <p:spPr>
          <a:xfrm>
            <a:off x="914400" y="2406960"/>
            <a:ext cx="16458840" cy="596592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8" name="PlaceHolder 2"/>
          <p:cNvSpPr>
            <a:spLocks noGrp="1"/>
          </p:cNvSpPr>
          <p:nvPr>
            <p:ph type="body"/>
          </p:nvPr>
        </p:nvSpPr>
        <p:spPr>
          <a:xfrm>
            <a:off x="914400" y="2406960"/>
            <a:ext cx="16458840" cy="596592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10" name="PlaceHolder 2"/>
          <p:cNvSpPr>
            <a:spLocks noGrp="1"/>
          </p:cNvSpPr>
          <p:nvPr>
            <p:ph type="body"/>
          </p:nvPr>
        </p:nvSpPr>
        <p:spPr>
          <a:xfrm>
            <a:off x="914400" y="2406960"/>
            <a:ext cx="8031600" cy="5965920"/>
          </a:xfrm>
          <a:prstGeom prst="rect">
            <a:avLst/>
          </a:prstGeom>
        </p:spPr>
        <p:txBody>
          <a:bodyPr lIns="0" rIns="0" tIns="0" bIns="0">
            <a:normAutofit/>
          </a:bodyPr>
          <a:p>
            <a:endParaRPr b="0" lang="en-US" sz="1400" spc="-1" strike="noStrike">
              <a:solidFill>
                <a:srgbClr val="000000"/>
              </a:solidFill>
              <a:latin typeface="Arial"/>
            </a:endParaRPr>
          </a:p>
        </p:txBody>
      </p:sp>
      <p:sp>
        <p:nvSpPr>
          <p:cNvPr id="11" name="PlaceHolder 3"/>
          <p:cNvSpPr>
            <a:spLocks noGrp="1"/>
          </p:cNvSpPr>
          <p:nvPr>
            <p:ph type="body"/>
          </p:nvPr>
        </p:nvSpPr>
        <p:spPr>
          <a:xfrm>
            <a:off x="9348120" y="2406960"/>
            <a:ext cx="8031600" cy="596592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914400" y="410400"/>
            <a:ext cx="16458840" cy="7962840"/>
          </a:xfrm>
          <a:prstGeom prst="rect">
            <a:avLst/>
          </a:prstGeom>
        </p:spPr>
        <p:txBody>
          <a:bodyPr lIns="0" rIns="0" tIns="0" bIns="0" anchor="ctr">
            <a:sp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15"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16" name="PlaceHolder 3"/>
          <p:cNvSpPr>
            <a:spLocks noGrp="1"/>
          </p:cNvSpPr>
          <p:nvPr>
            <p:ph type="body"/>
          </p:nvPr>
        </p:nvSpPr>
        <p:spPr>
          <a:xfrm>
            <a:off x="9348120" y="2406960"/>
            <a:ext cx="8031600" cy="5965920"/>
          </a:xfrm>
          <a:prstGeom prst="rect">
            <a:avLst/>
          </a:prstGeom>
        </p:spPr>
        <p:txBody>
          <a:bodyPr lIns="0" rIns="0" tIns="0" bIns="0">
            <a:normAutofit/>
          </a:bodyPr>
          <a:p>
            <a:endParaRPr b="0" lang="en-US" sz="1400" spc="-1" strike="noStrike">
              <a:solidFill>
                <a:srgbClr val="000000"/>
              </a:solidFill>
              <a:latin typeface="Arial"/>
            </a:endParaRPr>
          </a:p>
        </p:txBody>
      </p:sp>
      <p:sp>
        <p:nvSpPr>
          <p:cNvPr id="17" name="PlaceHolder 4"/>
          <p:cNvSpPr>
            <a:spLocks noGrp="1"/>
          </p:cNvSpPr>
          <p:nvPr>
            <p:ph type="body"/>
          </p:nvPr>
        </p:nvSpPr>
        <p:spPr>
          <a:xfrm>
            <a:off x="914400" y="552312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19" name="PlaceHolder 2"/>
          <p:cNvSpPr>
            <a:spLocks noGrp="1"/>
          </p:cNvSpPr>
          <p:nvPr>
            <p:ph type="body"/>
          </p:nvPr>
        </p:nvSpPr>
        <p:spPr>
          <a:xfrm>
            <a:off x="914400" y="2406960"/>
            <a:ext cx="8031600" cy="5965920"/>
          </a:xfrm>
          <a:prstGeom prst="rect">
            <a:avLst/>
          </a:prstGeom>
        </p:spPr>
        <p:txBody>
          <a:bodyPr lIns="0" rIns="0" tIns="0" bIns="0">
            <a:normAutofit/>
          </a:bodyPr>
          <a:p>
            <a:endParaRPr b="0" lang="en-US" sz="1400" spc="-1" strike="noStrike">
              <a:solidFill>
                <a:srgbClr val="000000"/>
              </a:solidFill>
              <a:latin typeface="Arial"/>
            </a:endParaRPr>
          </a:p>
        </p:txBody>
      </p:sp>
      <p:sp>
        <p:nvSpPr>
          <p:cNvPr id="20"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21" name="PlaceHolder 4"/>
          <p:cNvSpPr>
            <a:spLocks noGrp="1"/>
          </p:cNvSpPr>
          <p:nvPr>
            <p:ph type="body"/>
          </p:nvPr>
        </p:nvSpPr>
        <p:spPr>
          <a:xfrm>
            <a:off x="9348120" y="552312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23"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24"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25" name="PlaceHolder 4"/>
          <p:cNvSpPr>
            <a:spLocks noGrp="1"/>
          </p:cNvSpPr>
          <p:nvPr>
            <p:ph type="body"/>
          </p:nvPr>
        </p:nvSpPr>
        <p:spPr>
          <a:xfrm>
            <a:off x="914400" y="5523120"/>
            <a:ext cx="16458840" cy="28454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27" name="PlaceHolder 2"/>
          <p:cNvSpPr>
            <a:spLocks noGrp="1"/>
          </p:cNvSpPr>
          <p:nvPr>
            <p:ph type="body"/>
          </p:nvPr>
        </p:nvSpPr>
        <p:spPr>
          <a:xfrm>
            <a:off x="914400" y="2406960"/>
            <a:ext cx="1645884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28" name="PlaceHolder 3"/>
          <p:cNvSpPr>
            <a:spLocks noGrp="1"/>
          </p:cNvSpPr>
          <p:nvPr>
            <p:ph type="body"/>
          </p:nvPr>
        </p:nvSpPr>
        <p:spPr>
          <a:xfrm>
            <a:off x="914400" y="5523120"/>
            <a:ext cx="16458840" cy="28454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30"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31"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32" name="PlaceHolder 4"/>
          <p:cNvSpPr>
            <a:spLocks noGrp="1"/>
          </p:cNvSpPr>
          <p:nvPr>
            <p:ph type="body"/>
          </p:nvPr>
        </p:nvSpPr>
        <p:spPr>
          <a:xfrm>
            <a:off x="914400" y="552312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33" name="PlaceHolder 5"/>
          <p:cNvSpPr>
            <a:spLocks noGrp="1"/>
          </p:cNvSpPr>
          <p:nvPr>
            <p:ph type="body"/>
          </p:nvPr>
        </p:nvSpPr>
        <p:spPr>
          <a:xfrm>
            <a:off x="9348120" y="5523120"/>
            <a:ext cx="8031600" cy="28454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p:spPr>
        <p:txBody>
          <a:bodyPr lIns="0" rIns="0" tIns="0" bIns="0" anchor="ctr">
            <a:spAutoFit/>
          </a:bodyPr>
          <a:p>
            <a:endParaRPr b="0" lang="en-US" sz="1400" spc="-1" strike="noStrike">
              <a:solidFill>
                <a:srgbClr val="000000"/>
              </a:solidFill>
              <a:latin typeface="Arial"/>
            </a:endParaRPr>
          </a:p>
        </p:txBody>
      </p:sp>
      <p:sp>
        <p:nvSpPr>
          <p:cNvPr id="35" name="PlaceHolder 2"/>
          <p:cNvSpPr>
            <a:spLocks noGrp="1"/>
          </p:cNvSpPr>
          <p:nvPr>
            <p:ph type="body"/>
          </p:nvPr>
        </p:nvSpPr>
        <p:spPr>
          <a:xfrm>
            <a:off x="914400" y="2406960"/>
            <a:ext cx="529956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36" name="PlaceHolder 3"/>
          <p:cNvSpPr>
            <a:spLocks noGrp="1"/>
          </p:cNvSpPr>
          <p:nvPr>
            <p:ph type="body"/>
          </p:nvPr>
        </p:nvSpPr>
        <p:spPr>
          <a:xfrm>
            <a:off x="6479280" y="2406960"/>
            <a:ext cx="529956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37" name="PlaceHolder 4"/>
          <p:cNvSpPr>
            <a:spLocks noGrp="1"/>
          </p:cNvSpPr>
          <p:nvPr>
            <p:ph type="body"/>
          </p:nvPr>
        </p:nvSpPr>
        <p:spPr>
          <a:xfrm>
            <a:off x="12044160" y="2406960"/>
            <a:ext cx="529956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38" name="PlaceHolder 5"/>
          <p:cNvSpPr>
            <a:spLocks noGrp="1"/>
          </p:cNvSpPr>
          <p:nvPr>
            <p:ph type="body"/>
          </p:nvPr>
        </p:nvSpPr>
        <p:spPr>
          <a:xfrm>
            <a:off x="914400" y="5523120"/>
            <a:ext cx="529956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39" name="PlaceHolder 6"/>
          <p:cNvSpPr>
            <a:spLocks noGrp="1"/>
          </p:cNvSpPr>
          <p:nvPr>
            <p:ph type="body"/>
          </p:nvPr>
        </p:nvSpPr>
        <p:spPr>
          <a:xfrm>
            <a:off x="6479280" y="5523120"/>
            <a:ext cx="5299560" cy="2845440"/>
          </a:xfrm>
          <a:prstGeom prst="rect">
            <a:avLst/>
          </a:prstGeom>
        </p:spPr>
        <p:txBody>
          <a:bodyPr lIns="0" rIns="0" tIns="0" bIns="0">
            <a:normAutofit/>
          </a:bodyPr>
          <a:p>
            <a:endParaRPr b="0" lang="en-US" sz="1400" spc="-1" strike="noStrike">
              <a:solidFill>
                <a:srgbClr val="000000"/>
              </a:solidFill>
              <a:latin typeface="Arial"/>
            </a:endParaRPr>
          </a:p>
        </p:txBody>
      </p:sp>
      <p:sp>
        <p:nvSpPr>
          <p:cNvPr id="40" name="PlaceHolder 7"/>
          <p:cNvSpPr>
            <a:spLocks noGrp="1"/>
          </p:cNvSpPr>
          <p:nvPr>
            <p:ph type="body"/>
          </p:nvPr>
        </p:nvSpPr>
        <p:spPr>
          <a:xfrm>
            <a:off x="12044160" y="5523120"/>
            <a:ext cx="5299560" cy="2845440"/>
          </a:xfrm>
          <a:prstGeom prst="rect">
            <a:avLst/>
          </a:prstGeom>
        </p:spPr>
        <p:txBody>
          <a:bodyPr lIns="0" rIns="0" tIns="0" bIns="0">
            <a:normAutofit/>
          </a:bodyPr>
          <a:p>
            <a:endParaRPr b="0" lang="en-US" sz="14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p:nvPr>
        </p:nvSpPr>
        <p:spPr>
          <a:xfrm>
            <a:off x="457200" y="6356520"/>
            <a:ext cx="2133360" cy="364680"/>
          </a:xfrm>
          <a:prstGeom prst="rect">
            <a:avLst/>
          </a:prstGeom>
        </p:spPr>
        <p:txBody>
          <a:bodyPr anchor="ctr">
            <a:noAutofit/>
          </a:bodyPr>
          <a:p>
            <a:endParaRPr b="0" lang="en-US" sz="2400" spc="-1" strike="noStrike">
              <a:latin typeface="Times New Roman"/>
            </a:endParaRPr>
          </a:p>
        </p:txBody>
      </p:sp>
      <p:sp>
        <p:nvSpPr>
          <p:cNvPr id="1" name="PlaceHolder 2"/>
          <p:cNvSpPr>
            <a:spLocks noGrp="1"/>
          </p:cNvSpPr>
          <p:nvPr>
            <p:ph type="ftr"/>
          </p:nvPr>
        </p:nvSpPr>
        <p:spPr>
          <a:xfrm>
            <a:off x="3124080" y="6356520"/>
            <a:ext cx="2895120" cy="364680"/>
          </a:xfrm>
          <a:prstGeom prst="rect">
            <a:avLst/>
          </a:prstGeom>
        </p:spPr>
        <p:txBody>
          <a:bodyPr anchor="ctr">
            <a:noAutofit/>
          </a:bodyPr>
          <a:p>
            <a:endParaRPr b="0" lang="en-US" sz="2400" spc="-1" strike="noStrike">
              <a:latin typeface="Times New Roman"/>
            </a:endParaRPr>
          </a:p>
        </p:txBody>
      </p:sp>
      <p:sp>
        <p:nvSpPr>
          <p:cNvPr id="2" name="PlaceHolder 3"/>
          <p:cNvSpPr>
            <a:spLocks noGrp="1"/>
          </p:cNvSpPr>
          <p:nvPr>
            <p:ph type="sldNum"/>
          </p:nvPr>
        </p:nvSpPr>
        <p:spPr>
          <a:xfrm>
            <a:off x="6553080" y="6356520"/>
            <a:ext cx="2133360" cy="364680"/>
          </a:xfrm>
          <a:prstGeom prst="rect">
            <a:avLst/>
          </a:prstGeom>
        </p:spPr>
        <p:txBody>
          <a:bodyPr anchor="ctr">
            <a:noAutofit/>
          </a:bodyPr>
          <a:p>
            <a:pPr algn="r">
              <a:lnSpc>
                <a:spcPct val="100000"/>
              </a:lnSpc>
            </a:pPr>
            <a:fld id="{6756B9C2-BAB6-4A5C-8586-D360872041ED}" type="slidenum">
              <a:rPr b="0" lang="en-US" sz="1200" spc="-1" strike="noStrike">
                <a:solidFill>
                  <a:srgbClr val="888888"/>
                </a:solidFill>
                <a:latin typeface="Calibri"/>
                <a:ea typeface="Calibri"/>
              </a:rPr>
              <a:t>&lt;number&gt;</a:t>
            </a:fld>
            <a:endParaRPr b="0" lang="en-US" sz="1200" spc="-1" strike="noStrike">
              <a:latin typeface="Times New Roman"/>
            </a:endParaRPr>
          </a:p>
        </p:txBody>
      </p:sp>
      <p:sp>
        <p:nvSpPr>
          <p:cNvPr id="3" name="PlaceHolder 4"/>
          <p:cNvSpPr>
            <a:spLocks noGrp="1"/>
          </p:cNvSpPr>
          <p:nvPr>
            <p:ph type="title"/>
          </p:nvPr>
        </p:nvSpPr>
        <p:spPr>
          <a:xfrm>
            <a:off x="914400" y="410400"/>
            <a:ext cx="16458840" cy="1717560"/>
          </a:xfrm>
          <a:prstGeom prst="rect">
            <a:avLst/>
          </a:prstGeom>
        </p:spPr>
        <p:txBody>
          <a:bodyPr lIns="0" rIns="0" tIns="0" bIns="0" anchor="ctr">
            <a:noAutofit/>
          </a:bodyPr>
          <a:p>
            <a:r>
              <a:rPr b="0" lang="en-US" sz="1400" spc="-1" strike="noStrike">
                <a:solidFill>
                  <a:srgbClr val="000000"/>
                </a:solidFill>
                <a:latin typeface="Arial"/>
              </a:rPr>
              <a:t>Click to edit the title text format</a:t>
            </a:r>
            <a:endParaRPr b="0" lang="en-US" sz="1400" spc="-1" strike="noStrike">
              <a:solidFill>
                <a:srgbClr val="000000"/>
              </a:solidFill>
              <a:latin typeface="Arial"/>
            </a:endParaRPr>
          </a:p>
        </p:txBody>
      </p:sp>
      <p:sp>
        <p:nvSpPr>
          <p:cNvPr id="4" name="PlaceHolder 5"/>
          <p:cNvSpPr>
            <a:spLocks noGrp="1"/>
          </p:cNvSpPr>
          <p:nvPr>
            <p:ph type="body"/>
          </p:nvPr>
        </p:nvSpPr>
        <p:spPr>
          <a:xfrm>
            <a:off x="914400" y="2406960"/>
            <a:ext cx="16458840" cy="596592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jpeg"/><Relationship Id="rId5"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41" name="Group 1"/>
          <p:cNvGrpSpPr/>
          <p:nvPr/>
        </p:nvGrpSpPr>
        <p:grpSpPr>
          <a:xfrm>
            <a:off x="11617200" y="178200"/>
            <a:ext cx="6670440" cy="7338240"/>
            <a:chOff x="11617200" y="178200"/>
            <a:chExt cx="6670440" cy="7338240"/>
          </a:xfrm>
        </p:grpSpPr>
        <p:grpSp>
          <p:nvGrpSpPr>
            <p:cNvPr id="42" name="Group 2"/>
            <p:cNvGrpSpPr/>
            <p:nvPr/>
          </p:nvGrpSpPr>
          <p:grpSpPr>
            <a:xfrm>
              <a:off x="11617200" y="178200"/>
              <a:ext cx="6670440" cy="7338240"/>
              <a:chOff x="11617200" y="178200"/>
              <a:chExt cx="6670440" cy="7338240"/>
            </a:xfrm>
          </p:grpSpPr>
          <p:sp>
            <p:nvSpPr>
              <p:cNvPr id="43" name="CustomShape 3"/>
              <p:cNvSpPr/>
              <p:nvPr/>
            </p:nvSpPr>
            <p:spPr>
              <a:xfrm>
                <a:off x="11617200" y="584280"/>
                <a:ext cx="6670440" cy="6931800"/>
              </a:xfrm>
              <a:custGeom>
                <a:avLst/>
                <a:gdLst/>
                <a:ahLst/>
                <a:rect l="l" t="t" r="r" b="b"/>
                <a:pathLst>
                  <a:path w="812800" h="812800">
                    <a:moveTo>
                      <a:pt x="0" y="0"/>
                    </a:moveTo>
                    <a:lnTo>
                      <a:pt x="812800" y="0"/>
                    </a:lnTo>
                    <a:lnTo>
                      <a:pt x="812800" y="812800"/>
                    </a:lnTo>
                    <a:lnTo>
                      <a:pt x="0" y="812800"/>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44" name="CustomShape 4"/>
              <p:cNvSpPr/>
              <p:nvPr/>
            </p:nvSpPr>
            <p:spPr>
              <a:xfrm>
                <a:off x="11617200" y="178200"/>
                <a:ext cx="6670440" cy="7338240"/>
              </a:xfrm>
              <a:prstGeom prst="rect">
                <a:avLst/>
              </a:prstGeom>
              <a:noFill/>
              <a:ln>
                <a:noFill/>
              </a:ln>
            </p:spPr>
            <p:style>
              <a:lnRef idx="0"/>
              <a:fillRef idx="0"/>
              <a:effectRef idx="0"/>
              <a:fontRef idx="minor"/>
            </p:style>
          </p:sp>
        </p:grpSp>
        <p:grpSp>
          <p:nvGrpSpPr>
            <p:cNvPr id="45" name="Group 5"/>
            <p:cNvGrpSpPr/>
            <p:nvPr/>
          </p:nvGrpSpPr>
          <p:grpSpPr>
            <a:xfrm>
              <a:off x="12050280" y="681120"/>
              <a:ext cx="5804280" cy="6385320"/>
              <a:chOff x="12050280" y="681120"/>
              <a:chExt cx="5804280" cy="6385320"/>
            </a:xfrm>
          </p:grpSpPr>
          <p:sp>
            <p:nvSpPr>
              <p:cNvPr id="46" name="CustomShape 6"/>
              <p:cNvSpPr/>
              <p:nvPr/>
            </p:nvSpPr>
            <p:spPr>
              <a:xfrm>
                <a:off x="12050280" y="1034640"/>
                <a:ext cx="5804280" cy="6031800"/>
              </a:xfrm>
              <a:custGeom>
                <a:avLst/>
                <a:gdLst/>
                <a:ahLst/>
                <a:rect l="l" t="t" r="r" b="b"/>
                <a:pathLst>
                  <a:path w="812800" h="812800">
                    <a:moveTo>
                      <a:pt x="0" y="0"/>
                    </a:moveTo>
                    <a:lnTo>
                      <a:pt x="812800" y="0"/>
                    </a:lnTo>
                    <a:lnTo>
                      <a:pt x="812800" y="812800"/>
                    </a:lnTo>
                    <a:lnTo>
                      <a:pt x="0" y="812800"/>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47" name="CustomShape 7"/>
              <p:cNvSpPr/>
              <p:nvPr/>
            </p:nvSpPr>
            <p:spPr>
              <a:xfrm>
                <a:off x="12050280" y="681120"/>
                <a:ext cx="5804280" cy="6384960"/>
              </a:xfrm>
              <a:prstGeom prst="rect">
                <a:avLst/>
              </a:prstGeom>
              <a:noFill/>
              <a:ln>
                <a:noFill/>
              </a:ln>
            </p:spPr>
            <p:style>
              <a:lnRef idx="0"/>
              <a:fillRef idx="0"/>
              <a:effectRef idx="0"/>
              <a:fontRef idx="minor"/>
            </p:style>
          </p:sp>
        </p:grpSp>
        <p:grpSp>
          <p:nvGrpSpPr>
            <p:cNvPr id="48" name="Group 8"/>
            <p:cNvGrpSpPr/>
            <p:nvPr/>
          </p:nvGrpSpPr>
          <p:grpSpPr>
            <a:xfrm>
              <a:off x="12483360" y="1184040"/>
              <a:ext cx="4937760" cy="5432040"/>
              <a:chOff x="12483360" y="1184040"/>
              <a:chExt cx="4937760" cy="5432040"/>
            </a:xfrm>
          </p:grpSpPr>
          <p:sp>
            <p:nvSpPr>
              <p:cNvPr id="49" name="CustomShape 9"/>
              <p:cNvSpPr/>
              <p:nvPr/>
            </p:nvSpPr>
            <p:spPr>
              <a:xfrm>
                <a:off x="12483360" y="1484640"/>
                <a:ext cx="4937760" cy="5131440"/>
              </a:xfrm>
              <a:custGeom>
                <a:avLst/>
                <a:gdLst/>
                <a:ahLst/>
                <a:rect l="l" t="t" r="r" b="b"/>
                <a:pathLst>
                  <a:path w="812800" h="812800">
                    <a:moveTo>
                      <a:pt x="0" y="0"/>
                    </a:moveTo>
                    <a:lnTo>
                      <a:pt x="812800" y="0"/>
                    </a:lnTo>
                    <a:lnTo>
                      <a:pt x="812800" y="812800"/>
                    </a:lnTo>
                    <a:lnTo>
                      <a:pt x="0" y="812800"/>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50" name="CustomShape 10"/>
              <p:cNvSpPr/>
              <p:nvPr/>
            </p:nvSpPr>
            <p:spPr>
              <a:xfrm>
                <a:off x="12483360" y="1184040"/>
                <a:ext cx="4937760" cy="5432040"/>
              </a:xfrm>
              <a:prstGeom prst="rect">
                <a:avLst/>
              </a:prstGeom>
              <a:noFill/>
              <a:ln>
                <a:noFill/>
              </a:ln>
            </p:spPr>
            <p:style>
              <a:lnRef idx="0"/>
              <a:fillRef idx="0"/>
              <a:effectRef idx="0"/>
              <a:fontRef idx="minor"/>
            </p:style>
          </p:sp>
        </p:grpSp>
        <p:grpSp>
          <p:nvGrpSpPr>
            <p:cNvPr id="51" name="Group 11"/>
            <p:cNvGrpSpPr/>
            <p:nvPr/>
          </p:nvGrpSpPr>
          <p:grpSpPr>
            <a:xfrm>
              <a:off x="12916440" y="1645920"/>
              <a:ext cx="4071600" cy="4507920"/>
              <a:chOff x="12916440" y="1645920"/>
              <a:chExt cx="4071600" cy="4507920"/>
            </a:xfrm>
          </p:grpSpPr>
          <p:sp>
            <p:nvSpPr>
              <p:cNvPr id="52" name="CustomShape 12"/>
              <p:cNvSpPr/>
              <p:nvPr/>
            </p:nvSpPr>
            <p:spPr>
              <a:xfrm>
                <a:off x="12916440" y="1946880"/>
                <a:ext cx="4071600" cy="4206960"/>
              </a:xfrm>
              <a:custGeom>
                <a:avLst/>
                <a:gdLst/>
                <a:ahLst/>
                <a:rect l="l" t="t" r="r" b="b"/>
                <a:pathLst>
                  <a:path w="670204" h="666413">
                    <a:moveTo>
                      <a:pt x="0" y="0"/>
                    </a:moveTo>
                    <a:lnTo>
                      <a:pt x="670204" y="0"/>
                    </a:lnTo>
                    <a:lnTo>
                      <a:pt x="670204" y="666413"/>
                    </a:lnTo>
                    <a:lnTo>
                      <a:pt x="0" y="666413"/>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53" name="CustomShape 13"/>
              <p:cNvSpPr/>
              <p:nvPr/>
            </p:nvSpPr>
            <p:spPr>
              <a:xfrm>
                <a:off x="12916440" y="1645920"/>
                <a:ext cx="4071600" cy="4507920"/>
              </a:xfrm>
              <a:prstGeom prst="rect">
                <a:avLst/>
              </a:prstGeom>
              <a:noFill/>
              <a:ln>
                <a:noFill/>
              </a:ln>
            </p:spPr>
            <p:style>
              <a:lnRef idx="0"/>
              <a:fillRef idx="0"/>
              <a:effectRef idx="0"/>
              <a:fontRef idx="minor"/>
            </p:style>
          </p:sp>
        </p:grpSp>
        <p:grpSp>
          <p:nvGrpSpPr>
            <p:cNvPr id="54" name="Group 14"/>
            <p:cNvGrpSpPr/>
            <p:nvPr/>
          </p:nvGrpSpPr>
          <p:grpSpPr>
            <a:xfrm>
              <a:off x="13349880" y="2096280"/>
              <a:ext cx="3205080" cy="3607560"/>
              <a:chOff x="13349880" y="2096280"/>
              <a:chExt cx="3205080" cy="3607560"/>
            </a:xfrm>
          </p:grpSpPr>
          <p:sp>
            <p:nvSpPr>
              <p:cNvPr id="55" name="CustomShape 15"/>
              <p:cNvSpPr/>
              <p:nvPr/>
            </p:nvSpPr>
            <p:spPr>
              <a:xfrm>
                <a:off x="13349880" y="2396880"/>
                <a:ext cx="3205080" cy="3306960"/>
              </a:xfrm>
              <a:custGeom>
                <a:avLst/>
                <a:gdLst/>
                <a:ahLst/>
                <a:rect l="l" t="t" r="r" b="b"/>
                <a:pathLst>
                  <a:path w="527607" h="523817">
                    <a:moveTo>
                      <a:pt x="0" y="0"/>
                    </a:moveTo>
                    <a:lnTo>
                      <a:pt x="527607" y="0"/>
                    </a:lnTo>
                    <a:lnTo>
                      <a:pt x="527607" y="523817"/>
                    </a:lnTo>
                    <a:lnTo>
                      <a:pt x="0" y="52381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56" name="CustomShape 16"/>
              <p:cNvSpPr/>
              <p:nvPr/>
            </p:nvSpPr>
            <p:spPr>
              <a:xfrm>
                <a:off x="13349880" y="2096280"/>
                <a:ext cx="3205080" cy="3607560"/>
              </a:xfrm>
              <a:prstGeom prst="rect">
                <a:avLst/>
              </a:prstGeom>
              <a:noFill/>
              <a:ln>
                <a:noFill/>
              </a:ln>
            </p:spPr>
            <p:style>
              <a:lnRef idx="0"/>
              <a:fillRef idx="0"/>
              <a:effectRef idx="0"/>
              <a:fontRef idx="minor"/>
            </p:style>
          </p:sp>
        </p:grpSp>
      </p:grpSp>
      <p:sp>
        <p:nvSpPr>
          <p:cNvPr id="57" name="CustomShape 17"/>
          <p:cNvSpPr/>
          <p:nvPr/>
        </p:nvSpPr>
        <p:spPr>
          <a:xfrm>
            <a:off x="5300640" y="9104760"/>
            <a:ext cx="770112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sp>
        <p:nvSpPr>
          <p:cNvPr id="58" name="CustomShape 18"/>
          <p:cNvSpPr/>
          <p:nvPr/>
        </p:nvSpPr>
        <p:spPr>
          <a:xfrm>
            <a:off x="960480" y="1195200"/>
            <a:ext cx="7714800" cy="7020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sp>
        <p:nvSpPr>
          <p:cNvPr id="59" name="CustomShape 19"/>
          <p:cNvSpPr/>
          <p:nvPr/>
        </p:nvSpPr>
        <p:spPr>
          <a:xfrm>
            <a:off x="1694520" y="1050120"/>
            <a:ext cx="1611000" cy="214920"/>
          </a:xfrm>
          <a:prstGeom prst="rect">
            <a:avLst/>
          </a:prstGeom>
          <a:noFill/>
          <a:ln>
            <a:noFill/>
          </a:ln>
        </p:spPr>
        <p:style>
          <a:lnRef idx="0"/>
          <a:fillRef idx="0"/>
          <a:effectRef idx="0"/>
          <a:fontRef idx="minor"/>
        </p:style>
      </p:sp>
      <p:sp>
        <p:nvSpPr>
          <p:cNvPr id="60" name="CustomShape 20"/>
          <p:cNvSpPr/>
          <p:nvPr/>
        </p:nvSpPr>
        <p:spPr>
          <a:xfrm>
            <a:off x="-14400" y="6439680"/>
            <a:ext cx="11973240" cy="1974600"/>
          </a:xfrm>
          <a:prstGeom prst="rect">
            <a:avLst/>
          </a:prstGeom>
          <a:noFill/>
          <a:ln>
            <a:noFill/>
          </a:ln>
        </p:spPr>
        <p:style>
          <a:lnRef idx="0"/>
          <a:fillRef idx="0"/>
          <a:effectRef idx="0"/>
          <a:fontRef idx="minor"/>
        </p:style>
        <p:txBody>
          <a:bodyPr lIns="0" rIns="0" tIns="0" bIns="0">
            <a:spAutoFit/>
          </a:bodyPr>
          <a:p>
            <a:pPr algn="ctr">
              <a:lnSpc>
                <a:spcPct val="80000"/>
              </a:lnSpc>
            </a:pPr>
            <a:r>
              <a:rPr b="1" lang="en-US" sz="5400" spc="-1" strike="noStrike">
                <a:solidFill>
                  <a:srgbClr val="ffffff"/>
                </a:solidFill>
                <a:latin typeface="DM Sans"/>
                <a:ea typeface="DM Sans"/>
              </a:rPr>
              <a:t>DESIGN AND IMPLEMENTATION OF INTELLIGENT VEHICLE HEADLIGHT DIMMER</a:t>
            </a:r>
            <a:endParaRPr b="0" lang="en-US" sz="5400" spc="-1" strike="noStrike">
              <a:latin typeface="Arial"/>
            </a:endParaRPr>
          </a:p>
        </p:txBody>
      </p:sp>
      <p:pic>
        <p:nvPicPr>
          <p:cNvPr id="61" name="Picture 2" descr=""/>
          <p:cNvPicPr/>
          <p:nvPr/>
        </p:nvPicPr>
        <p:blipFill>
          <a:blip r:embed="rId1"/>
          <a:srcRect l="0" t="34153" r="0" b="35005"/>
          <a:stretch/>
        </p:blipFill>
        <p:spPr>
          <a:xfrm>
            <a:off x="828720" y="1419120"/>
            <a:ext cx="10286640" cy="4349520"/>
          </a:xfrm>
          <a:prstGeom prst="rect">
            <a:avLst/>
          </a:prstGeom>
          <a:ln>
            <a:noFill/>
          </a:ln>
        </p:spPr>
      </p:pic>
      <p:sp>
        <p:nvSpPr>
          <p:cNvPr id="62" name="CustomShape 21"/>
          <p:cNvSpPr/>
          <p:nvPr/>
        </p:nvSpPr>
        <p:spPr>
          <a:xfrm>
            <a:off x="12916440" y="2396880"/>
            <a:ext cx="4721400" cy="38991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4400" spc="-1" strike="noStrike">
                <a:solidFill>
                  <a:srgbClr val="262626"/>
                </a:solidFill>
                <a:latin typeface="Times New Roman"/>
                <a:ea typeface="Arial"/>
              </a:rPr>
              <a:t>TEAM MEMEBERS</a:t>
            </a:r>
            <a:endParaRPr b="0" lang="en-US" sz="4400" spc="-1" strike="noStrike">
              <a:latin typeface="Arial"/>
            </a:endParaRPr>
          </a:p>
          <a:p>
            <a:pPr marL="743040" indent="-742680">
              <a:lnSpc>
                <a:spcPct val="150000"/>
              </a:lnSpc>
              <a:buClr>
                <a:srgbClr val="000000"/>
              </a:buClr>
              <a:buFont typeface="Arial"/>
              <a:buChar char="•"/>
            </a:pPr>
            <a:r>
              <a:rPr b="0" lang="en-US" sz="3600" spc="-1" strike="noStrike">
                <a:solidFill>
                  <a:srgbClr val="262626"/>
                </a:solidFill>
                <a:latin typeface="Times New Roman"/>
                <a:ea typeface="Arial"/>
              </a:rPr>
              <a:t>KARISHMA M</a:t>
            </a:r>
            <a:endParaRPr b="0" lang="en-US" sz="3600" spc="-1" strike="noStrike">
              <a:latin typeface="Arial"/>
            </a:endParaRPr>
          </a:p>
          <a:p>
            <a:pPr marL="743040" indent="-742680">
              <a:lnSpc>
                <a:spcPct val="150000"/>
              </a:lnSpc>
              <a:buClr>
                <a:srgbClr val="000000"/>
              </a:buClr>
              <a:buFont typeface="Arial"/>
              <a:buChar char="•"/>
            </a:pPr>
            <a:r>
              <a:rPr b="0" lang="en-US" sz="3600" spc="-1" strike="noStrike">
                <a:solidFill>
                  <a:srgbClr val="262626"/>
                </a:solidFill>
                <a:latin typeface="Times New Roman"/>
                <a:ea typeface="Arial"/>
              </a:rPr>
              <a:t>KAMALI G</a:t>
            </a:r>
            <a:endParaRPr b="0" lang="en-US" sz="3600" spc="-1" strike="noStrike">
              <a:latin typeface="Arial"/>
            </a:endParaRPr>
          </a:p>
          <a:p>
            <a:pPr marL="743040" indent="-742680">
              <a:lnSpc>
                <a:spcPct val="150000"/>
              </a:lnSpc>
              <a:buClr>
                <a:srgbClr val="000000"/>
              </a:buClr>
              <a:buFont typeface="Arial"/>
              <a:buChar char="•"/>
            </a:pPr>
            <a:r>
              <a:rPr b="0" lang="en-US" sz="3600" spc="-1" strike="noStrike">
                <a:solidFill>
                  <a:srgbClr val="262626"/>
                </a:solidFill>
                <a:latin typeface="Times New Roman"/>
                <a:ea typeface="Arial"/>
              </a:rPr>
              <a:t>JANANI B</a:t>
            </a:r>
            <a:endParaRPr b="0" lang="en-US" sz="36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63" name="CustomShape 1"/>
          <p:cNvSpPr/>
          <p:nvPr/>
        </p:nvSpPr>
        <p:spPr>
          <a:xfrm>
            <a:off x="1028880" y="1171440"/>
            <a:ext cx="7722720" cy="1219320"/>
          </a:xfrm>
          <a:prstGeom prst="rect">
            <a:avLst/>
          </a:prstGeom>
          <a:noFill/>
          <a:ln>
            <a:noFill/>
          </a:ln>
        </p:spPr>
        <p:style>
          <a:lnRef idx="0"/>
          <a:fillRef idx="0"/>
          <a:effectRef idx="0"/>
          <a:fontRef idx="minor"/>
        </p:style>
        <p:txBody>
          <a:bodyPr lIns="0" rIns="0" tIns="0" bIns="0">
            <a:spAutoFit/>
          </a:bodyPr>
          <a:p>
            <a:pPr>
              <a:lnSpc>
                <a:spcPct val="100000"/>
              </a:lnSpc>
            </a:pPr>
            <a:r>
              <a:rPr b="1" lang="en-US" sz="8000" spc="-1" strike="noStrike">
                <a:solidFill>
                  <a:srgbClr val="ffffff"/>
                </a:solidFill>
                <a:latin typeface="DM Sans"/>
                <a:ea typeface="DM Sans"/>
              </a:rPr>
              <a:t>OVERVIEW</a:t>
            </a:r>
            <a:endParaRPr b="0" lang="en-US" sz="8000" spc="-1" strike="noStrike">
              <a:latin typeface="Arial"/>
            </a:endParaRPr>
          </a:p>
        </p:txBody>
      </p:sp>
      <p:sp>
        <p:nvSpPr>
          <p:cNvPr id="64" name="CustomShape 2"/>
          <p:cNvSpPr/>
          <p:nvPr/>
        </p:nvSpPr>
        <p:spPr>
          <a:xfrm>
            <a:off x="497160" y="2671920"/>
            <a:ext cx="8032320" cy="7504560"/>
          </a:xfrm>
          <a:prstGeom prst="rect">
            <a:avLst/>
          </a:prstGeom>
          <a:noFill/>
          <a:ln>
            <a:noFill/>
          </a:ln>
        </p:spPr>
        <p:style>
          <a:lnRef idx="0"/>
          <a:fillRef idx="0"/>
          <a:effectRef idx="0"/>
          <a:fontRef idx="minor"/>
        </p:style>
        <p:txBody>
          <a:bodyPr lIns="0" rIns="0" tIns="0" bIns="0">
            <a:spAutoFit/>
          </a:bodyPr>
          <a:p>
            <a:pPr lvl="1" marL="647640" indent="-323640" algn="just">
              <a:lnSpc>
                <a:spcPct val="140000"/>
              </a:lnSpc>
              <a:buClr>
                <a:srgbClr val="ffffff"/>
              </a:buClr>
              <a:buFont typeface="Arial"/>
              <a:buChar char="•"/>
            </a:pPr>
            <a:r>
              <a:rPr b="0" lang="en-US" sz="3200" spc="-1" strike="noStrike">
                <a:solidFill>
                  <a:srgbClr val="ffffff"/>
                </a:solidFill>
                <a:latin typeface="DM Sans"/>
                <a:ea typeface="DM Sans"/>
              </a:rPr>
              <a:t>Introduction </a:t>
            </a:r>
            <a:endParaRPr b="0" lang="en-US" sz="3200" spc="-1" strike="noStrike">
              <a:latin typeface="Arial"/>
            </a:endParaRPr>
          </a:p>
          <a:p>
            <a:pPr lvl="1" marL="647640" indent="-323640" algn="just">
              <a:lnSpc>
                <a:spcPct val="140000"/>
              </a:lnSpc>
              <a:buClr>
                <a:srgbClr val="ffffff"/>
              </a:buClr>
              <a:buFont typeface="Arial"/>
              <a:buChar char="•"/>
            </a:pPr>
            <a:r>
              <a:rPr b="0" lang="en-US" sz="3200" spc="-1" strike="noStrike">
                <a:solidFill>
                  <a:srgbClr val="ffffff"/>
                </a:solidFill>
                <a:latin typeface="DM Sans"/>
                <a:ea typeface="Arial"/>
              </a:rPr>
              <a:t>Key Features</a:t>
            </a:r>
            <a:endParaRPr b="0" lang="en-US" sz="3200" spc="-1" strike="noStrike">
              <a:latin typeface="Arial"/>
            </a:endParaRPr>
          </a:p>
          <a:p>
            <a:pPr lvl="1" marL="647640" indent="-323640" algn="just">
              <a:lnSpc>
                <a:spcPct val="140000"/>
              </a:lnSpc>
              <a:buClr>
                <a:srgbClr val="ffffff"/>
              </a:buClr>
              <a:buFont typeface="Arial"/>
              <a:buChar char="•"/>
            </a:pPr>
            <a:r>
              <a:rPr b="0" lang="en-US" sz="3200" spc="-1" strike="noStrike">
                <a:solidFill>
                  <a:srgbClr val="ffffff"/>
                </a:solidFill>
                <a:latin typeface="Arial"/>
                <a:ea typeface="Arial"/>
              </a:rPr>
              <a:t>Objective</a:t>
            </a:r>
            <a:endParaRPr b="0" lang="en-US" sz="3200" spc="-1" strike="noStrike">
              <a:latin typeface="Arial"/>
            </a:endParaRPr>
          </a:p>
          <a:p>
            <a:pPr lvl="1" marL="647640" indent="-323640" algn="just">
              <a:lnSpc>
                <a:spcPct val="140000"/>
              </a:lnSpc>
              <a:buClr>
                <a:srgbClr val="ffffff"/>
              </a:buClr>
              <a:buFont typeface="Arial"/>
              <a:buChar char="•"/>
            </a:pPr>
            <a:r>
              <a:rPr b="0" lang="en-US" sz="3200" spc="-1" strike="noStrike">
                <a:solidFill>
                  <a:srgbClr val="ffffff"/>
                </a:solidFill>
                <a:latin typeface="Arial"/>
                <a:ea typeface="Arial"/>
              </a:rPr>
              <a:t>Components Used</a:t>
            </a:r>
            <a:endParaRPr b="0" lang="en-US" sz="3200" spc="-1" strike="noStrike">
              <a:latin typeface="Arial"/>
            </a:endParaRPr>
          </a:p>
          <a:p>
            <a:pPr lvl="1" marL="647640" indent="-323640" algn="just">
              <a:lnSpc>
                <a:spcPct val="140000"/>
              </a:lnSpc>
              <a:buClr>
                <a:srgbClr val="ffffff"/>
              </a:buClr>
              <a:buFont typeface="Arial"/>
              <a:buChar char="•"/>
            </a:pPr>
            <a:r>
              <a:rPr b="0" lang="en-US" sz="3200" spc="-1" strike="noStrike">
                <a:solidFill>
                  <a:srgbClr val="ffffff"/>
                </a:solidFill>
                <a:latin typeface="Arial"/>
                <a:ea typeface="Arial"/>
              </a:rPr>
              <a:t>Circuit Diagram</a:t>
            </a:r>
            <a:endParaRPr b="0" lang="en-US" sz="3200" spc="-1" strike="noStrike">
              <a:latin typeface="Arial"/>
            </a:endParaRPr>
          </a:p>
          <a:p>
            <a:pPr lvl="1" marL="647640" indent="-323640" algn="just">
              <a:lnSpc>
                <a:spcPct val="140000"/>
              </a:lnSpc>
              <a:buClr>
                <a:srgbClr val="ffffff"/>
              </a:buClr>
              <a:buFont typeface="Arial"/>
              <a:buChar char="•"/>
            </a:pPr>
            <a:r>
              <a:rPr b="0" lang="en-US" sz="3200" spc="-1" strike="noStrike">
                <a:solidFill>
                  <a:srgbClr val="ffffff"/>
                </a:solidFill>
                <a:latin typeface="Arial"/>
                <a:ea typeface="Arial"/>
              </a:rPr>
              <a:t>Working Principle</a:t>
            </a:r>
            <a:endParaRPr b="0" lang="en-US" sz="3200" spc="-1" strike="noStrike">
              <a:latin typeface="Arial"/>
            </a:endParaRPr>
          </a:p>
          <a:p>
            <a:pPr lvl="1" marL="647640" indent="-323640" algn="just">
              <a:lnSpc>
                <a:spcPct val="140000"/>
              </a:lnSpc>
              <a:buClr>
                <a:srgbClr val="ffffff"/>
              </a:buClr>
              <a:buFont typeface="Arial"/>
              <a:buChar char="•"/>
            </a:pPr>
            <a:r>
              <a:rPr b="0" lang="en-US" sz="3200" spc="-1" strike="noStrike">
                <a:solidFill>
                  <a:srgbClr val="ffffff"/>
                </a:solidFill>
                <a:latin typeface="Arial"/>
                <a:ea typeface="Arial"/>
              </a:rPr>
              <a:t>Application</a:t>
            </a:r>
            <a:endParaRPr b="0" lang="en-US" sz="3200" spc="-1" strike="noStrike">
              <a:latin typeface="Arial"/>
            </a:endParaRPr>
          </a:p>
          <a:p>
            <a:pPr lvl="1" marL="647640" indent="-323640" algn="just">
              <a:lnSpc>
                <a:spcPct val="140000"/>
              </a:lnSpc>
              <a:buClr>
                <a:srgbClr val="ffffff"/>
              </a:buClr>
              <a:buFont typeface="Arial"/>
              <a:buChar char="•"/>
            </a:pPr>
            <a:r>
              <a:rPr b="0" lang="en-US" sz="3200" spc="-1" strike="noStrike">
                <a:solidFill>
                  <a:srgbClr val="ffffff"/>
                </a:solidFill>
                <a:latin typeface="Arial"/>
                <a:ea typeface="Arial"/>
              </a:rPr>
              <a:t>Innovation-Benefits-Impact</a:t>
            </a:r>
            <a:endParaRPr b="0" lang="en-US" sz="3200" spc="-1" strike="noStrike">
              <a:latin typeface="Arial"/>
            </a:endParaRPr>
          </a:p>
          <a:p>
            <a:pPr lvl="1" marL="647640" indent="-323640" algn="just">
              <a:lnSpc>
                <a:spcPct val="140000"/>
              </a:lnSpc>
              <a:buClr>
                <a:srgbClr val="ffffff"/>
              </a:buClr>
              <a:buFont typeface="Arial"/>
              <a:buChar char="•"/>
            </a:pPr>
            <a:r>
              <a:rPr b="0" lang="en-US" sz="3200" spc="-1" strike="noStrike">
                <a:solidFill>
                  <a:srgbClr val="ffffff"/>
                </a:solidFill>
                <a:latin typeface="Arial"/>
                <a:ea typeface="Arial"/>
              </a:rPr>
              <a:t>Key Points</a:t>
            </a:r>
            <a:endParaRPr b="0" lang="en-US" sz="3200" spc="-1" strike="noStrike">
              <a:latin typeface="Arial"/>
            </a:endParaRPr>
          </a:p>
          <a:p>
            <a:pPr marL="324000" algn="just">
              <a:lnSpc>
                <a:spcPct val="140000"/>
              </a:lnSpc>
            </a:pPr>
            <a:endParaRPr b="0" lang="en-US" sz="3200" spc="-1" strike="noStrike">
              <a:latin typeface="Arial"/>
            </a:endParaRPr>
          </a:p>
          <a:p>
            <a:pPr algn="just">
              <a:lnSpc>
                <a:spcPct val="140000"/>
              </a:lnSpc>
            </a:pPr>
            <a:endParaRPr b="0" lang="en-US" sz="3200" spc="-1" strike="noStrike">
              <a:latin typeface="Arial"/>
            </a:endParaRPr>
          </a:p>
        </p:txBody>
      </p:sp>
      <p:sp>
        <p:nvSpPr>
          <p:cNvPr id="65" name="CustomShape 3"/>
          <p:cNvSpPr/>
          <p:nvPr/>
        </p:nvSpPr>
        <p:spPr>
          <a:xfrm>
            <a:off x="1028880" y="9035280"/>
            <a:ext cx="772272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grpSp>
        <p:nvGrpSpPr>
          <p:cNvPr id="66" name="Group 4"/>
          <p:cNvGrpSpPr/>
          <p:nvPr/>
        </p:nvGrpSpPr>
        <p:grpSpPr>
          <a:xfrm>
            <a:off x="10280160" y="1326600"/>
            <a:ext cx="6978960" cy="7306200"/>
            <a:chOff x="10280160" y="1326600"/>
            <a:chExt cx="6978960" cy="7306200"/>
          </a:xfrm>
        </p:grpSpPr>
        <p:sp>
          <p:nvSpPr>
            <p:cNvPr id="67" name="CustomShape 5"/>
            <p:cNvSpPr/>
            <p:nvPr/>
          </p:nvSpPr>
          <p:spPr>
            <a:xfrm>
              <a:off x="10280160" y="1653840"/>
              <a:ext cx="6978960" cy="6978960"/>
            </a:xfrm>
            <a:custGeom>
              <a:avLst/>
              <a:gdLst/>
              <a:ahLst/>
              <a:rect l="l" t="t" r="r" b="b"/>
              <a:pathLst>
                <a:path w="812800" h="812800">
                  <a:moveTo>
                    <a:pt x="0" y="0"/>
                  </a:moveTo>
                  <a:lnTo>
                    <a:pt x="812800" y="0"/>
                  </a:lnTo>
                  <a:lnTo>
                    <a:pt x="812800" y="812800"/>
                  </a:lnTo>
                  <a:lnTo>
                    <a:pt x="0" y="812800"/>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68" name="CustomShape 6"/>
            <p:cNvSpPr/>
            <p:nvPr/>
          </p:nvSpPr>
          <p:spPr>
            <a:xfrm>
              <a:off x="10280160" y="1326600"/>
              <a:ext cx="6978960" cy="7305840"/>
            </a:xfrm>
            <a:prstGeom prst="rect">
              <a:avLst/>
            </a:prstGeom>
            <a:noFill/>
            <a:ln>
              <a:noFill/>
            </a:ln>
          </p:spPr>
          <p:style>
            <a:lnRef idx="0"/>
            <a:fillRef idx="0"/>
            <a:effectRef idx="0"/>
            <a:fontRef idx="minor"/>
          </p:style>
        </p:sp>
      </p:grpSp>
      <p:grpSp>
        <p:nvGrpSpPr>
          <p:cNvPr id="69" name="Group 7"/>
          <p:cNvGrpSpPr/>
          <p:nvPr/>
        </p:nvGrpSpPr>
        <p:grpSpPr>
          <a:xfrm>
            <a:off x="10733400" y="1822320"/>
            <a:ext cx="6072480" cy="6357240"/>
            <a:chOff x="10733400" y="1822320"/>
            <a:chExt cx="6072480" cy="6357240"/>
          </a:xfrm>
        </p:grpSpPr>
        <p:sp>
          <p:nvSpPr>
            <p:cNvPr id="70" name="CustomShape 8"/>
            <p:cNvSpPr/>
            <p:nvPr/>
          </p:nvSpPr>
          <p:spPr>
            <a:xfrm>
              <a:off x="10733400" y="2107080"/>
              <a:ext cx="6072480" cy="6072480"/>
            </a:xfrm>
            <a:custGeom>
              <a:avLst/>
              <a:gdLst/>
              <a:ahLst/>
              <a:rect l="l" t="t" r="r" b="b"/>
              <a:pathLst>
                <a:path w="812800" h="812800">
                  <a:moveTo>
                    <a:pt x="0" y="0"/>
                  </a:moveTo>
                  <a:lnTo>
                    <a:pt x="812800" y="0"/>
                  </a:lnTo>
                  <a:lnTo>
                    <a:pt x="812800" y="812800"/>
                  </a:lnTo>
                  <a:lnTo>
                    <a:pt x="0" y="812800"/>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71" name="CustomShape 9"/>
            <p:cNvSpPr/>
            <p:nvPr/>
          </p:nvSpPr>
          <p:spPr>
            <a:xfrm>
              <a:off x="10733400" y="1822320"/>
              <a:ext cx="6072480" cy="6357240"/>
            </a:xfrm>
            <a:prstGeom prst="rect">
              <a:avLst/>
            </a:prstGeom>
            <a:noFill/>
            <a:ln>
              <a:noFill/>
            </a:ln>
          </p:spPr>
          <p:style>
            <a:lnRef idx="0"/>
            <a:fillRef idx="0"/>
            <a:effectRef idx="0"/>
            <a:fontRef idx="minor"/>
          </p:style>
        </p:sp>
      </p:grpSp>
      <p:grpSp>
        <p:nvGrpSpPr>
          <p:cNvPr id="72" name="Group 10"/>
          <p:cNvGrpSpPr/>
          <p:nvPr/>
        </p:nvGrpSpPr>
        <p:grpSpPr>
          <a:xfrm>
            <a:off x="11186640" y="2318040"/>
            <a:ext cx="5166000" cy="5408280"/>
            <a:chOff x="11186640" y="2318040"/>
            <a:chExt cx="5166000" cy="5408280"/>
          </a:xfrm>
        </p:grpSpPr>
        <p:sp>
          <p:nvSpPr>
            <p:cNvPr id="73" name="CustomShape 11"/>
            <p:cNvSpPr/>
            <p:nvPr/>
          </p:nvSpPr>
          <p:spPr>
            <a:xfrm>
              <a:off x="11186640" y="2560320"/>
              <a:ext cx="5166000" cy="5166000"/>
            </a:xfrm>
            <a:custGeom>
              <a:avLst/>
              <a:gdLst/>
              <a:ahLst/>
              <a:rect l="l" t="t" r="r" b="b"/>
              <a:pathLst>
                <a:path w="812800" h="812800">
                  <a:moveTo>
                    <a:pt x="0" y="0"/>
                  </a:moveTo>
                  <a:lnTo>
                    <a:pt x="812800" y="0"/>
                  </a:lnTo>
                  <a:lnTo>
                    <a:pt x="812800" y="812800"/>
                  </a:lnTo>
                  <a:lnTo>
                    <a:pt x="0" y="812800"/>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74" name="CustomShape 12"/>
            <p:cNvSpPr/>
            <p:nvPr/>
          </p:nvSpPr>
          <p:spPr>
            <a:xfrm>
              <a:off x="11186640" y="2318040"/>
              <a:ext cx="5166000" cy="5408280"/>
            </a:xfrm>
            <a:prstGeom prst="rect">
              <a:avLst/>
            </a:prstGeom>
            <a:noFill/>
            <a:ln>
              <a:noFill/>
            </a:ln>
          </p:spPr>
          <p:style>
            <a:lnRef idx="0"/>
            <a:fillRef idx="0"/>
            <a:effectRef idx="0"/>
            <a:fontRef idx="minor"/>
          </p:style>
        </p:sp>
      </p:grpSp>
      <p:grpSp>
        <p:nvGrpSpPr>
          <p:cNvPr id="75" name="Group 13"/>
          <p:cNvGrpSpPr/>
          <p:nvPr/>
        </p:nvGrpSpPr>
        <p:grpSpPr>
          <a:xfrm>
            <a:off x="11639520" y="2783520"/>
            <a:ext cx="4259520" cy="4477680"/>
            <a:chOff x="11639520" y="2783520"/>
            <a:chExt cx="4259520" cy="4477680"/>
          </a:xfrm>
        </p:grpSpPr>
        <p:sp>
          <p:nvSpPr>
            <p:cNvPr id="76" name="CustomShape 14"/>
            <p:cNvSpPr/>
            <p:nvPr/>
          </p:nvSpPr>
          <p:spPr>
            <a:xfrm>
              <a:off x="11639520" y="3025440"/>
              <a:ext cx="4259520" cy="4235400"/>
            </a:xfrm>
            <a:custGeom>
              <a:avLst/>
              <a:gdLst/>
              <a:ahLst/>
              <a:rect l="l" t="t" r="r" b="b"/>
              <a:pathLst>
                <a:path w="670204" h="666413">
                  <a:moveTo>
                    <a:pt x="0" y="0"/>
                  </a:moveTo>
                  <a:lnTo>
                    <a:pt x="670204" y="0"/>
                  </a:lnTo>
                  <a:lnTo>
                    <a:pt x="670204" y="666413"/>
                  </a:lnTo>
                  <a:lnTo>
                    <a:pt x="0" y="666413"/>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77" name="CustomShape 15"/>
            <p:cNvSpPr/>
            <p:nvPr/>
          </p:nvSpPr>
          <p:spPr>
            <a:xfrm>
              <a:off x="11639520" y="2783520"/>
              <a:ext cx="4259520" cy="4477680"/>
            </a:xfrm>
            <a:prstGeom prst="rect">
              <a:avLst/>
            </a:prstGeom>
            <a:noFill/>
            <a:ln>
              <a:noFill/>
            </a:ln>
          </p:spPr>
          <p:style>
            <a:lnRef idx="0"/>
            <a:fillRef idx="0"/>
            <a:effectRef idx="0"/>
            <a:fontRef idx="minor"/>
          </p:style>
        </p:sp>
      </p:grpSp>
      <p:grpSp>
        <p:nvGrpSpPr>
          <p:cNvPr id="78" name="Group 16"/>
          <p:cNvGrpSpPr/>
          <p:nvPr/>
        </p:nvGrpSpPr>
        <p:grpSpPr>
          <a:xfrm>
            <a:off x="12092760" y="3236400"/>
            <a:ext cx="3353400" cy="3571560"/>
            <a:chOff x="12092760" y="3236400"/>
            <a:chExt cx="3353400" cy="3571560"/>
          </a:xfrm>
        </p:grpSpPr>
        <p:sp>
          <p:nvSpPr>
            <p:cNvPr id="79" name="CustomShape 17"/>
            <p:cNvSpPr/>
            <p:nvPr/>
          </p:nvSpPr>
          <p:spPr>
            <a:xfrm>
              <a:off x="12092760" y="3478680"/>
              <a:ext cx="3353400" cy="3329280"/>
            </a:xfrm>
            <a:custGeom>
              <a:avLst/>
              <a:gdLst/>
              <a:ahLst/>
              <a:rect l="l" t="t" r="r" b="b"/>
              <a:pathLst>
                <a:path w="527607" h="523817">
                  <a:moveTo>
                    <a:pt x="0" y="0"/>
                  </a:moveTo>
                  <a:lnTo>
                    <a:pt x="527607" y="0"/>
                  </a:lnTo>
                  <a:lnTo>
                    <a:pt x="527607" y="523817"/>
                  </a:lnTo>
                  <a:lnTo>
                    <a:pt x="0" y="52381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80" name="CustomShape 18"/>
            <p:cNvSpPr/>
            <p:nvPr/>
          </p:nvSpPr>
          <p:spPr>
            <a:xfrm>
              <a:off x="12092760" y="3236400"/>
              <a:ext cx="3353400" cy="3571200"/>
            </a:xfrm>
            <a:prstGeom prst="rect">
              <a:avLst/>
            </a:prstGeom>
            <a:noFill/>
            <a:ln>
              <a:noFill/>
            </a:ln>
          </p:spPr>
          <p:style>
            <a:lnRef idx="0"/>
            <a:fillRef idx="0"/>
            <a:effectRef idx="0"/>
            <a:fontRef idx="minor"/>
          </p:style>
        </p:sp>
      </p:grpSp>
      <p:pic>
        <p:nvPicPr>
          <p:cNvPr id="81" name="Picture 2" descr=""/>
          <p:cNvPicPr/>
          <p:nvPr/>
        </p:nvPicPr>
        <p:blipFill>
          <a:blip r:embed="rId1"/>
          <a:stretch/>
        </p:blipFill>
        <p:spPr>
          <a:xfrm>
            <a:off x="12414960" y="3623760"/>
            <a:ext cx="2709000" cy="3352680"/>
          </a:xfrm>
          <a:prstGeom prst="rect">
            <a:avLst/>
          </a:prstGeom>
          <a:ln>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82" name="CustomShape 1"/>
          <p:cNvSpPr/>
          <p:nvPr/>
        </p:nvSpPr>
        <p:spPr>
          <a:xfrm>
            <a:off x="1028880" y="9035280"/>
            <a:ext cx="1623024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grpSp>
        <p:nvGrpSpPr>
          <p:cNvPr id="83" name="Group 2"/>
          <p:cNvGrpSpPr/>
          <p:nvPr/>
        </p:nvGrpSpPr>
        <p:grpSpPr>
          <a:xfrm>
            <a:off x="-2519280" y="9592560"/>
            <a:ext cx="25040520" cy="3995280"/>
            <a:chOff x="-2519280" y="9592560"/>
            <a:chExt cx="25040520" cy="3995280"/>
          </a:xfrm>
        </p:grpSpPr>
        <p:grpSp>
          <p:nvGrpSpPr>
            <p:cNvPr id="84" name="Group 3"/>
            <p:cNvGrpSpPr/>
            <p:nvPr/>
          </p:nvGrpSpPr>
          <p:grpSpPr>
            <a:xfrm>
              <a:off x="-1688760" y="9592560"/>
              <a:ext cx="23535720" cy="3995280"/>
              <a:chOff x="-1688760" y="9592560"/>
              <a:chExt cx="23535720" cy="3995280"/>
            </a:xfrm>
          </p:grpSpPr>
          <p:sp>
            <p:nvSpPr>
              <p:cNvPr id="85" name="CustomShape 4"/>
              <p:cNvSpPr/>
              <p:nvPr/>
            </p:nvSpPr>
            <p:spPr>
              <a:xfrm rot="5400000">
                <a:off x="7780320" y="123480"/>
                <a:ext cx="3995280" cy="2293272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86" name="CustomShape 5"/>
              <p:cNvSpPr/>
              <p:nvPr/>
            </p:nvSpPr>
            <p:spPr>
              <a:xfrm rot="5400000">
                <a:off x="8081280" y="-177480"/>
                <a:ext cx="3995280" cy="23535720"/>
              </a:xfrm>
              <a:prstGeom prst="rect">
                <a:avLst/>
              </a:prstGeom>
              <a:noFill/>
              <a:ln>
                <a:noFill/>
              </a:ln>
            </p:spPr>
            <p:style>
              <a:lnRef idx="0"/>
              <a:fillRef idx="0"/>
              <a:effectRef idx="0"/>
              <a:fontRef idx="minor"/>
            </p:style>
          </p:sp>
        </p:grpSp>
        <p:grpSp>
          <p:nvGrpSpPr>
            <p:cNvPr id="87" name="Group 6"/>
            <p:cNvGrpSpPr/>
            <p:nvPr/>
          </p:nvGrpSpPr>
          <p:grpSpPr>
            <a:xfrm>
              <a:off x="-199440" y="9852120"/>
              <a:ext cx="20478960" cy="3476160"/>
              <a:chOff x="-199440" y="9852120"/>
              <a:chExt cx="20478960" cy="3476160"/>
            </a:xfrm>
          </p:grpSpPr>
          <p:sp>
            <p:nvSpPr>
              <p:cNvPr id="88" name="CustomShape 7"/>
              <p:cNvSpPr/>
              <p:nvPr/>
            </p:nvSpPr>
            <p:spPr>
              <a:xfrm rot="5400000">
                <a:off x="8039520" y="1612800"/>
                <a:ext cx="3476160" cy="1995444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89" name="CustomShape 8"/>
              <p:cNvSpPr/>
              <p:nvPr/>
            </p:nvSpPr>
            <p:spPr>
              <a:xfrm rot="5400000">
                <a:off x="8301960" y="1350360"/>
                <a:ext cx="3476160" cy="20478960"/>
              </a:xfrm>
              <a:prstGeom prst="rect">
                <a:avLst/>
              </a:prstGeom>
              <a:noFill/>
              <a:ln>
                <a:noFill/>
              </a:ln>
            </p:spPr>
            <p:style>
              <a:lnRef idx="0"/>
              <a:fillRef idx="0"/>
              <a:effectRef idx="0"/>
              <a:fontRef idx="minor"/>
            </p:style>
          </p:sp>
        </p:grpSp>
        <p:grpSp>
          <p:nvGrpSpPr>
            <p:cNvPr id="90" name="Group 9"/>
            <p:cNvGrpSpPr/>
            <p:nvPr/>
          </p:nvGrpSpPr>
          <p:grpSpPr>
            <a:xfrm>
              <a:off x="-806040" y="10111680"/>
              <a:ext cx="21614040" cy="2957400"/>
              <a:chOff x="-806040" y="10111680"/>
              <a:chExt cx="21614040" cy="2957400"/>
            </a:xfrm>
          </p:grpSpPr>
          <p:sp>
            <p:nvSpPr>
              <p:cNvPr id="91" name="CustomShape 10"/>
              <p:cNvSpPr/>
              <p:nvPr/>
            </p:nvSpPr>
            <p:spPr>
              <a:xfrm rot="5400000">
                <a:off x="8299080" y="1006200"/>
                <a:ext cx="2957400" cy="21167640"/>
              </a:xfrm>
              <a:custGeom>
                <a:avLst/>
                <a:gdLst/>
                <a:ahLst/>
                <a:rect l="l" t="t" r="r" b="b"/>
                <a:pathLst>
                  <a:path w="315691" h="2259385">
                    <a:moveTo>
                      <a:pt x="0" y="0"/>
                    </a:moveTo>
                    <a:lnTo>
                      <a:pt x="315691" y="0"/>
                    </a:lnTo>
                    <a:lnTo>
                      <a:pt x="315691"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92" name="CustomShape 11"/>
              <p:cNvSpPr/>
              <p:nvPr/>
            </p:nvSpPr>
            <p:spPr>
              <a:xfrm rot="5400000">
                <a:off x="8522280" y="783360"/>
                <a:ext cx="2957400" cy="21613680"/>
              </a:xfrm>
              <a:prstGeom prst="rect">
                <a:avLst/>
              </a:prstGeom>
              <a:noFill/>
              <a:ln>
                <a:noFill/>
              </a:ln>
            </p:spPr>
            <p:style>
              <a:lnRef idx="0"/>
              <a:fillRef idx="0"/>
              <a:effectRef idx="0"/>
              <a:fontRef idx="minor"/>
            </p:style>
          </p:sp>
        </p:grpSp>
        <p:grpSp>
          <p:nvGrpSpPr>
            <p:cNvPr id="93" name="Group 12"/>
            <p:cNvGrpSpPr/>
            <p:nvPr/>
          </p:nvGrpSpPr>
          <p:grpSpPr>
            <a:xfrm>
              <a:off x="-806040" y="10370880"/>
              <a:ext cx="21614040" cy="2438280"/>
              <a:chOff x="-806040" y="10370880"/>
              <a:chExt cx="21614040" cy="2438280"/>
            </a:xfrm>
          </p:grpSpPr>
          <p:sp>
            <p:nvSpPr>
              <p:cNvPr id="94" name="CustomShape 13"/>
              <p:cNvSpPr/>
              <p:nvPr/>
            </p:nvSpPr>
            <p:spPr>
              <a:xfrm rot="5400000">
                <a:off x="8558640" y="1005840"/>
                <a:ext cx="2438280" cy="21167640"/>
              </a:xfrm>
              <a:custGeom>
                <a:avLst/>
                <a:gdLst/>
                <a:ahLst/>
                <a:rect l="l" t="t" r="r" b="b"/>
                <a:pathLst>
                  <a:path w="260307" h="2259385">
                    <a:moveTo>
                      <a:pt x="0" y="0"/>
                    </a:moveTo>
                    <a:lnTo>
                      <a:pt x="260307" y="0"/>
                    </a:lnTo>
                    <a:lnTo>
                      <a:pt x="260307"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95" name="CustomShape 14"/>
              <p:cNvSpPr/>
              <p:nvPr/>
            </p:nvSpPr>
            <p:spPr>
              <a:xfrm rot="5400000">
                <a:off x="8781840" y="783000"/>
                <a:ext cx="2438280" cy="21613680"/>
              </a:xfrm>
              <a:prstGeom prst="rect">
                <a:avLst/>
              </a:prstGeom>
              <a:noFill/>
              <a:ln>
                <a:noFill/>
              </a:ln>
            </p:spPr>
            <p:style>
              <a:lnRef idx="0"/>
              <a:fillRef idx="0"/>
              <a:effectRef idx="0"/>
              <a:fontRef idx="minor"/>
            </p:style>
          </p:sp>
        </p:grpSp>
        <p:grpSp>
          <p:nvGrpSpPr>
            <p:cNvPr id="96" name="Group 15"/>
            <p:cNvGrpSpPr/>
            <p:nvPr/>
          </p:nvGrpSpPr>
          <p:grpSpPr>
            <a:xfrm>
              <a:off x="-2519280" y="10630440"/>
              <a:ext cx="25040520" cy="1919520"/>
              <a:chOff x="-2519280" y="10630440"/>
              <a:chExt cx="25040520" cy="1919520"/>
            </a:xfrm>
          </p:grpSpPr>
          <p:sp>
            <p:nvSpPr>
              <p:cNvPr id="97" name="CustomShape 16"/>
              <p:cNvSpPr/>
              <p:nvPr/>
            </p:nvSpPr>
            <p:spPr>
              <a:xfrm rot="5400000">
                <a:off x="8818200" y="-707040"/>
                <a:ext cx="1919520" cy="24594480"/>
              </a:xfrm>
              <a:custGeom>
                <a:avLst/>
                <a:gdLst/>
                <a:ahLst/>
                <a:rect l="l" t="t" r="r" b="b"/>
                <a:pathLst>
                  <a:path w="204922" h="2625136">
                    <a:moveTo>
                      <a:pt x="0" y="0"/>
                    </a:moveTo>
                    <a:lnTo>
                      <a:pt x="204922" y="0"/>
                    </a:lnTo>
                    <a:lnTo>
                      <a:pt x="204922" y="2625136"/>
                    </a:lnTo>
                    <a:lnTo>
                      <a:pt x="0" y="2625136"/>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98" name="CustomShape 17"/>
              <p:cNvSpPr/>
              <p:nvPr/>
            </p:nvSpPr>
            <p:spPr>
              <a:xfrm rot="5400000">
                <a:off x="9041040" y="-929880"/>
                <a:ext cx="1919520" cy="25040520"/>
              </a:xfrm>
              <a:prstGeom prst="rect">
                <a:avLst/>
              </a:prstGeom>
              <a:noFill/>
              <a:ln>
                <a:noFill/>
              </a:ln>
            </p:spPr>
            <p:style>
              <a:lnRef idx="0"/>
              <a:fillRef idx="0"/>
              <a:effectRef idx="0"/>
              <a:fontRef idx="minor"/>
            </p:style>
          </p:sp>
        </p:grpSp>
      </p:grpSp>
      <p:sp>
        <p:nvSpPr>
          <p:cNvPr id="99" name="CustomShape 18"/>
          <p:cNvSpPr/>
          <p:nvPr/>
        </p:nvSpPr>
        <p:spPr>
          <a:xfrm>
            <a:off x="9144000" y="1032840"/>
            <a:ext cx="7882200" cy="1949400"/>
          </a:xfrm>
          <a:prstGeom prst="rect">
            <a:avLst/>
          </a:prstGeom>
          <a:noFill/>
          <a:ln>
            <a:noFill/>
          </a:ln>
        </p:spPr>
        <p:style>
          <a:lnRef idx="0"/>
          <a:fillRef idx="0"/>
          <a:effectRef idx="0"/>
          <a:fontRef idx="minor"/>
        </p:style>
        <p:txBody>
          <a:bodyPr lIns="0" rIns="0" tIns="0" bIns="0">
            <a:spAutoFit/>
          </a:bodyPr>
          <a:p>
            <a:pPr>
              <a:lnSpc>
                <a:spcPct val="80000"/>
              </a:lnSpc>
            </a:pPr>
            <a:r>
              <a:rPr b="1" lang="en-US" sz="8000" spc="-1" strike="noStrike">
                <a:solidFill>
                  <a:srgbClr val="ffffff"/>
                </a:solidFill>
                <a:latin typeface="DM Sans"/>
                <a:ea typeface="DM Sans"/>
              </a:rPr>
              <a:t>INTRODUCTION </a:t>
            </a:r>
            <a:endParaRPr b="0" lang="en-US" sz="8000" spc="-1" strike="noStrike">
              <a:latin typeface="Arial"/>
            </a:endParaRPr>
          </a:p>
        </p:txBody>
      </p:sp>
      <p:pic>
        <p:nvPicPr>
          <p:cNvPr id="100" name="Picture 2" descr=""/>
          <p:cNvPicPr/>
          <p:nvPr/>
        </p:nvPicPr>
        <p:blipFill>
          <a:blip r:embed="rId1"/>
          <a:stretch/>
        </p:blipFill>
        <p:spPr>
          <a:xfrm>
            <a:off x="976680" y="2314440"/>
            <a:ext cx="7081200" cy="4795920"/>
          </a:xfrm>
          <a:prstGeom prst="rect">
            <a:avLst/>
          </a:prstGeom>
          <a:ln>
            <a:noFill/>
          </a:ln>
          <a:effectLst>
            <a:reflection algn="bl" blurRad="12700" dir="5400000" dist="5000" endPos="30000" rotWithShape="0" stA="30000" sy="-100000"/>
          </a:effectLst>
          <a:scene3d>
            <a:camera prst="perspectiveContrastingLeftFacing">
              <a:rot lat="300000" lon="19800000" rev="0"/>
            </a:camera>
            <a:lightRig dir="t" rig="threePt">
              <a:rot lat="0" lon="0" rev="2700000"/>
            </a:lightRig>
          </a:scene3d>
          <a:sp3d>
            <a:bevelT w="63500" h="50800"/>
          </a:sp3d>
        </p:spPr>
      </p:pic>
      <p:sp>
        <p:nvSpPr>
          <p:cNvPr id="101" name="CustomShape 19"/>
          <p:cNvSpPr/>
          <p:nvPr/>
        </p:nvSpPr>
        <p:spPr>
          <a:xfrm>
            <a:off x="8058240" y="2624760"/>
            <a:ext cx="9558000" cy="557676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3600" spc="-1" strike="noStrike">
                <a:solidFill>
                  <a:srgbClr val="ffffff"/>
                </a:solidFill>
                <a:latin typeface="Times New Roman"/>
                <a:ea typeface="Arial"/>
              </a:rPr>
              <a:t>The Intelligent Vehicle Headlight Dimmer represents a ground breaking advancement in automotive safety technology, designed to automatically regulate headlight intensity based on real-time traffic conditions. This sophisticated system seamlessly transitions vehicle headlights from high beam to low beam when detecting approaching vehicles, significantly reducing the risk of glare-related accidents during night time driving.</a:t>
            </a:r>
            <a:endParaRPr b="0" lang="en-US" sz="36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102" name="Group 1"/>
          <p:cNvGrpSpPr/>
          <p:nvPr/>
        </p:nvGrpSpPr>
        <p:grpSpPr>
          <a:xfrm>
            <a:off x="-2519280" y="-3271680"/>
            <a:ext cx="25040520" cy="3995280"/>
            <a:chOff x="-2519280" y="-3271680"/>
            <a:chExt cx="25040520" cy="3995280"/>
          </a:xfrm>
        </p:grpSpPr>
        <p:grpSp>
          <p:nvGrpSpPr>
            <p:cNvPr id="103" name="Group 2"/>
            <p:cNvGrpSpPr/>
            <p:nvPr/>
          </p:nvGrpSpPr>
          <p:grpSpPr>
            <a:xfrm>
              <a:off x="-1688760" y="-3271680"/>
              <a:ext cx="23535720" cy="3995280"/>
              <a:chOff x="-1688760" y="-3271680"/>
              <a:chExt cx="23535720" cy="3995280"/>
            </a:xfrm>
          </p:grpSpPr>
          <p:sp>
            <p:nvSpPr>
              <p:cNvPr id="104" name="CustomShape 3"/>
              <p:cNvSpPr/>
              <p:nvPr/>
            </p:nvSpPr>
            <p:spPr>
              <a:xfrm rot="5400000">
                <a:off x="7780320" y="-12740400"/>
                <a:ext cx="3995280" cy="2293272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05" name="CustomShape 4"/>
              <p:cNvSpPr/>
              <p:nvPr/>
            </p:nvSpPr>
            <p:spPr>
              <a:xfrm rot="5400000">
                <a:off x="8081280" y="-13041720"/>
                <a:ext cx="3995280" cy="23535720"/>
              </a:xfrm>
              <a:prstGeom prst="rect">
                <a:avLst/>
              </a:prstGeom>
              <a:noFill/>
              <a:ln>
                <a:noFill/>
              </a:ln>
            </p:spPr>
            <p:style>
              <a:lnRef idx="0"/>
              <a:fillRef idx="0"/>
              <a:effectRef idx="0"/>
              <a:fontRef idx="minor"/>
            </p:style>
          </p:sp>
        </p:grpSp>
        <p:grpSp>
          <p:nvGrpSpPr>
            <p:cNvPr id="106" name="Group 5"/>
            <p:cNvGrpSpPr/>
            <p:nvPr/>
          </p:nvGrpSpPr>
          <p:grpSpPr>
            <a:xfrm>
              <a:off x="-199440" y="-3012120"/>
              <a:ext cx="20478960" cy="3476160"/>
              <a:chOff x="-199440" y="-3012120"/>
              <a:chExt cx="20478960" cy="3476160"/>
            </a:xfrm>
          </p:grpSpPr>
          <p:sp>
            <p:nvSpPr>
              <p:cNvPr id="107" name="CustomShape 6"/>
              <p:cNvSpPr/>
              <p:nvPr/>
            </p:nvSpPr>
            <p:spPr>
              <a:xfrm rot="5400000">
                <a:off x="8039520" y="-11251080"/>
                <a:ext cx="3476160" cy="1995444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08" name="CustomShape 7"/>
              <p:cNvSpPr/>
              <p:nvPr/>
            </p:nvSpPr>
            <p:spPr>
              <a:xfrm rot="5400000">
                <a:off x="8301960" y="-11513520"/>
                <a:ext cx="3476160" cy="20478960"/>
              </a:xfrm>
              <a:prstGeom prst="rect">
                <a:avLst/>
              </a:prstGeom>
              <a:noFill/>
              <a:ln>
                <a:noFill/>
              </a:ln>
            </p:spPr>
            <p:style>
              <a:lnRef idx="0"/>
              <a:fillRef idx="0"/>
              <a:effectRef idx="0"/>
              <a:fontRef idx="minor"/>
            </p:style>
          </p:sp>
        </p:grpSp>
        <p:grpSp>
          <p:nvGrpSpPr>
            <p:cNvPr id="109" name="Group 8"/>
            <p:cNvGrpSpPr/>
            <p:nvPr/>
          </p:nvGrpSpPr>
          <p:grpSpPr>
            <a:xfrm>
              <a:off x="-806040" y="-2752560"/>
              <a:ext cx="21614040" cy="2957400"/>
              <a:chOff x="-806040" y="-2752560"/>
              <a:chExt cx="21614040" cy="2957400"/>
            </a:xfrm>
          </p:grpSpPr>
          <p:sp>
            <p:nvSpPr>
              <p:cNvPr id="110" name="CustomShape 9"/>
              <p:cNvSpPr/>
              <p:nvPr/>
            </p:nvSpPr>
            <p:spPr>
              <a:xfrm rot="5400000">
                <a:off x="8299080" y="-11857680"/>
                <a:ext cx="2957400" cy="21167640"/>
              </a:xfrm>
              <a:custGeom>
                <a:avLst/>
                <a:gdLst/>
                <a:ahLst/>
                <a:rect l="l" t="t" r="r" b="b"/>
                <a:pathLst>
                  <a:path w="315691" h="2259385">
                    <a:moveTo>
                      <a:pt x="0" y="0"/>
                    </a:moveTo>
                    <a:lnTo>
                      <a:pt x="315691" y="0"/>
                    </a:lnTo>
                    <a:lnTo>
                      <a:pt x="315691"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11" name="CustomShape 10"/>
              <p:cNvSpPr/>
              <p:nvPr/>
            </p:nvSpPr>
            <p:spPr>
              <a:xfrm rot="5400000">
                <a:off x="8522280" y="-12080520"/>
                <a:ext cx="2957400" cy="21613680"/>
              </a:xfrm>
              <a:prstGeom prst="rect">
                <a:avLst/>
              </a:prstGeom>
              <a:noFill/>
              <a:ln>
                <a:noFill/>
              </a:ln>
            </p:spPr>
            <p:style>
              <a:lnRef idx="0"/>
              <a:fillRef idx="0"/>
              <a:effectRef idx="0"/>
              <a:fontRef idx="minor"/>
            </p:style>
          </p:sp>
        </p:grpSp>
        <p:grpSp>
          <p:nvGrpSpPr>
            <p:cNvPr id="112" name="Group 11"/>
            <p:cNvGrpSpPr/>
            <p:nvPr/>
          </p:nvGrpSpPr>
          <p:grpSpPr>
            <a:xfrm>
              <a:off x="-806040" y="-2493360"/>
              <a:ext cx="21614040" cy="2438280"/>
              <a:chOff x="-806040" y="-2493360"/>
              <a:chExt cx="21614040" cy="2438280"/>
            </a:xfrm>
          </p:grpSpPr>
          <p:sp>
            <p:nvSpPr>
              <p:cNvPr id="113" name="CustomShape 12"/>
              <p:cNvSpPr/>
              <p:nvPr/>
            </p:nvSpPr>
            <p:spPr>
              <a:xfrm rot="5400000">
                <a:off x="8558640" y="-11858040"/>
                <a:ext cx="2438280" cy="21167640"/>
              </a:xfrm>
              <a:custGeom>
                <a:avLst/>
                <a:gdLst/>
                <a:ahLst/>
                <a:rect l="l" t="t" r="r" b="b"/>
                <a:pathLst>
                  <a:path w="260307" h="2259385">
                    <a:moveTo>
                      <a:pt x="0" y="0"/>
                    </a:moveTo>
                    <a:lnTo>
                      <a:pt x="260307" y="0"/>
                    </a:lnTo>
                    <a:lnTo>
                      <a:pt x="260307"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14" name="CustomShape 13"/>
              <p:cNvSpPr/>
              <p:nvPr/>
            </p:nvSpPr>
            <p:spPr>
              <a:xfrm rot="5400000">
                <a:off x="8781840" y="-12080880"/>
                <a:ext cx="2438280" cy="21613680"/>
              </a:xfrm>
              <a:prstGeom prst="rect">
                <a:avLst/>
              </a:prstGeom>
              <a:noFill/>
              <a:ln>
                <a:noFill/>
              </a:ln>
            </p:spPr>
            <p:style>
              <a:lnRef idx="0"/>
              <a:fillRef idx="0"/>
              <a:effectRef idx="0"/>
              <a:fontRef idx="minor"/>
            </p:style>
          </p:sp>
        </p:grpSp>
        <p:grpSp>
          <p:nvGrpSpPr>
            <p:cNvPr id="115" name="Group 14"/>
            <p:cNvGrpSpPr/>
            <p:nvPr/>
          </p:nvGrpSpPr>
          <p:grpSpPr>
            <a:xfrm>
              <a:off x="-2519280" y="-2233800"/>
              <a:ext cx="25040520" cy="1919520"/>
              <a:chOff x="-2519280" y="-2233800"/>
              <a:chExt cx="25040520" cy="1919520"/>
            </a:xfrm>
          </p:grpSpPr>
          <p:sp>
            <p:nvSpPr>
              <p:cNvPr id="116" name="CustomShape 15"/>
              <p:cNvSpPr/>
              <p:nvPr/>
            </p:nvSpPr>
            <p:spPr>
              <a:xfrm rot="5400000">
                <a:off x="8818200" y="-13571280"/>
                <a:ext cx="1919520" cy="24594480"/>
              </a:xfrm>
              <a:custGeom>
                <a:avLst/>
                <a:gdLst/>
                <a:ahLst/>
                <a:rect l="l" t="t" r="r" b="b"/>
                <a:pathLst>
                  <a:path w="204922" h="2625136">
                    <a:moveTo>
                      <a:pt x="0" y="0"/>
                    </a:moveTo>
                    <a:lnTo>
                      <a:pt x="204922" y="0"/>
                    </a:lnTo>
                    <a:lnTo>
                      <a:pt x="204922" y="2625136"/>
                    </a:lnTo>
                    <a:lnTo>
                      <a:pt x="0" y="2625136"/>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17" name="CustomShape 16"/>
              <p:cNvSpPr/>
              <p:nvPr/>
            </p:nvSpPr>
            <p:spPr>
              <a:xfrm rot="5400000">
                <a:off x="9041040" y="-13794120"/>
                <a:ext cx="1919520" cy="25040520"/>
              </a:xfrm>
              <a:prstGeom prst="rect">
                <a:avLst/>
              </a:prstGeom>
              <a:noFill/>
              <a:ln>
                <a:noFill/>
              </a:ln>
            </p:spPr>
            <p:style>
              <a:lnRef idx="0"/>
              <a:fillRef idx="0"/>
              <a:effectRef idx="0"/>
              <a:fontRef idx="minor"/>
            </p:style>
          </p:sp>
        </p:grpSp>
      </p:grpSp>
      <p:sp>
        <p:nvSpPr>
          <p:cNvPr id="118" name="CustomShape 17"/>
          <p:cNvSpPr/>
          <p:nvPr/>
        </p:nvSpPr>
        <p:spPr>
          <a:xfrm>
            <a:off x="1909080" y="3226320"/>
            <a:ext cx="2632320" cy="2531880"/>
          </a:xfrm>
          <a:custGeom>
            <a:avLst/>
            <a:gdLst/>
            <a:ahLst/>
            <a:rect l="l" t="t" r="r" b="b"/>
            <a:pathLst>
              <a:path w="2632772" h="2532248">
                <a:moveTo>
                  <a:pt x="0" y="0"/>
                </a:moveTo>
                <a:lnTo>
                  <a:pt x="2632772" y="0"/>
                </a:lnTo>
                <a:lnTo>
                  <a:pt x="2632772" y="2532248"/>
                </a:lnTo>
                <a:lnTo>
                  <a:pt x="0" y="2532248"/>
                </a:lnTo>
                <a:lnTo>
                  <a:pt x="0" y="0"/>
                </a:lnTo>
                <a:close/>
              </a:path>
            </a:pathLst>
          </a:custGeom>
          <a:blipFill rotWithShape="0">
            <a:blip r:embed="rId1"/>
            <a:stretch>
              <a:fillRect/>
            </a:stretch>
          </a:blipFill>
          <a:ln>
            <a:noFill/>
          </a:ln>
        </p:spPr>
        <p:style>
          <a:lnRef idx="0"/>
          <a:fillRef idx="0"/>
          <a:effectRef idx="0"/>
          <a:fontRef idx="minor"/>
        </p:style>
      </p:sp>
      <p:sp>
        <p:nvSpPr>
          <p:cNvPr id="119" name="CustomShape 18"/>
          <p:cNvSpPr/>
          <p:nvPr/>
        </p:nvSpPr>
        <p:spPr>
          <a:xfrm>
            <a:off x="7877880" y="3226320"/>
            <a:ext cx="2531880" cy="2531880"/>
          </a:xfrm>
          <a:custGeom>
            <a:avLst/>
            <a:gdLst/>
            <a:ahLst/>
            <a:rect l="l" t="t" r="r" b="b"/>
            <a:pathLst>
              <a:path w="2532248" h="2532248">
                <a:moveTo>
                  <a:pt x="0" y="0"/>
                </a:moveTo>
                <a:lnTo>
                  <a:pt x="2532248" y="0"/>
                </a:lnTo>
                <a:lnTo>
                  <a:pt x="2532248" y="2532248"/>
                </a:lnTo>
                <a:lnTo>
                  <a:pt x="0" y="2532248"/>
                </a:lnTo>
                <a:lnTo>
                  <a:pt x="0" y="0"/>
                </a:lnTo>
                <a:close/>
              </a:path>
            </a:pathLst>
          </a:custGeom>
          <a:blipFill rotWithShape="0">
            <a:blip r:embed="rId2"/>
            <a:stretch>
              <a:fillRect/>
            </a:stretch>
          </a:blipFill>
          <a:ln>
            <a:noFill/>
          </a:ln>
        </p:spPr>
        <p:style>
          <a:lnRef idx="0"/>
          <a:fillRef idx="0"/>
          <a:effectRef idx="0"/>
          <a:fontRef idx="minor"/>
        </p:style>
      </p:sp>
      <p:sp>
        <p:nvSpPr>
          <p:cNvPr id="120" name="CustomShape 19"/>
          <p:cNvSpPr/>
          <p:nvPr/>
        </p:nvSpPr>
        <p:spPr>
          <a:xfrm>
            <a:off x="13796280" y="3226320"/>
            <a:ext cx="2531880" cy="2531880"/>
          </a:xfrm>
          <a:custGeom>
            <a:avLst/>
            <a:gdLst/>
            <a:ahLst/>
            <a:rect l="l" t="t" r="r" b="b"/>
            <a:pathLst>
              <a:path w="2532248" h="2532248">
                <a:moveTo>
                  <a:pt x="0" y="0"/>
                </a:moveTo>
                <a:lnTo>
                  <a:pt x="2532248" y="0"/>
                </a:lnTo>
                <a:lnTo>
                  <a:pt x="2532248" y="2532248"/>
                </a:lnTo>
                <a:lnTo>
                  <a:pt x="0" y="2532248"/>
                </a:lnTo>
                <a:lnTo>
                  <a:pt x="0" y="0"/>
                </a:lnTo>
                <a:close/>
              </a:path>
            </a:pathLst>
          </a:custGeom>
          <a:blipFill rotWithShape="0">
            <a:blip r:embed="rId3"/>
            <a:stretch>
              <a:fillRect/>
            </a:stretch>
          </a:blipFill>
          <a:ln>
            <a:noFill/>
          </a:ln>
        </p:spPr>
        <p:style>
          <a:lnRef idx="0"/>
          <a:fillRef idx="0"/>
          <a:effectRef idx="0"/>
          <a:fontRef idx="minor"/>
        </p:style>
      </p:sp>
      <p:sp>
        <p:nvSpPr>
          <p:cNvPr id="121" name="CustomShape 20"/>
          <p:cNvSpPr/>
          <p:nvPr/>
        </p:nvSpPr>
        <p:spPr>
          <a:xfrm>
            <a:off x="1189440" y="1019160"/>
            <a:ext cx="15908760" cy="1463040"/>
          </a:xfrm>
          <a:prstGeom prst="rect">
            <a:avLst/>
          </a:prstGeom>
          <a:noFill/>
          <a:ln>
            <a:noFill/>
          </a:ln>
        </p:spPr>
        <p:style>
          <a:lnRef idx="0"/>
          <a:fillRef idx="0"/>
          <a:effectRef idx="0"/>
          <a:fontRef idx="minor"/>
        </p:style>
        <p:txBody>
          <a:bodyPr lIns="0" rIns="0" tIns="0" bIns="0">
            <a:spAutoFit/>
          </a:bodyPr>
          <a:p>
            <a:pPr algn="ctr">
              <a:lnSpc>
                <a:spcPct val="120000"/>
              </a:lnSpc>
            </a:pPr>
            <a:r>
              <a:rPr b="1" lang="en-US" sz="8000" spc="-1" strike="noStrike">
                <a:solidFill>
                  <a:srgbClr val="ffffff"/>
                </a:solidFill>
                <a:latin typeface="DM Sans"/>
                <a:ea typeface="DM Sans"/>
              </a:rPr>
              <a:t>KEY FEATURES</a:t>
            </a:r>
            <a:endParaRPr b="0" lang="en-US" sz="8000" spc="-1" strike="noStrike">
              <a:latin typeface="Arial"/>
            </a:endParaRPr>
          </a:p>
        </p:txBody>
      </p:sp>
      <p:sp>
        <p:nvSpPr>
          <p:cNvPr id="122" name="CustomShape 21"/>
          <p:cNvSpPr/>
          <p:nvPr/>
        </p:nvSpPr>
        <p:spPr>
          <a:xfrm>
            <a:off x="1353960" y="6402960"/>
            <a:ext cx="3743640" cy="97524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3200" spc="-1" strike="noStrike">
                <a:solidFill>
                  <a:srgbClr val="ffffff"/>
                </a:solidFill>
                <a:latin typeface="DM Sans"/>
                <a:ea typeface="DM Sans"/>
              </a:rPr>
              <a:t>Much longer</a:t>
            </a:r>
            <a:endParaRPr b="0" lang="en-US" sz="3200" spc="-1" strike="noStrike">
              <a:latin typeface="Arial"/>
            </a:endParaRPr>
          </a:p>
          <a:p>
            <a:pPr algn="ctr">
              <a:lnSpc>
                <a:spcPct val="100000"/>
              </a:lnSpc>
            </a:pPr>
            <a:r>
              <a:rPr b="1" lang="en-US" sz="3200" spc="-1" strike="noStrike">
                <a:solidFill>
                  <a:srgbClr val="ffffff"/>
                </a:solidFill>
                <a:latin typeface="DM Sans"/>
                <a:ea typeface="DM Sans"/>
              </a:rPr>
              <a:t>recovery period</a:t>
            </a:r>
            <a:endParaRPr b="0" lang="en-US" sz="3200" spc="-1" strike="noStrike">
              <a:latin typeface="Arial"/>
            </a:endParaRPr>
          </a:p>
        </p:txBody>
      </p:sp>
      <p:sp>
        <p:nvSpPr>
          <p:cNvPr id="123" name="CustomShape 22"/>
          <p:cNvSpPr/>
          <p:nvPr/>
        </p:nvSpPr>
        <p:spPr>
          <a:xfrm>
            <a:off x="7271640" y="6402960"/>
            <a:ext cx="3744360" cy="97524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3200" spc="-1" strike="noStrike">
                <a:solidFill>
                  <a:srgbClr val="ffffff"/>
                </a:solidFill>
                <a:latin typeface="DM Sans"/>
                <a:ea typeface="DM Sans"/>
              </a:rPr>
              <a:t>Increased time </a:t>
            </a:r>
            <a:endParaRPr b="0" lang="en-US" sz="3200" spc="-1" strike="noStrike">
              <a:latin typeface="Arial"/>
            </a:endParaRPr>
          </a:p>
          <a:p>
            <a:pPr algn="ctr">
              <a:lnSpc>
                <a:spcPct val="100000"/>
              </a:lnSpc>
            </a:pPr>
            <a:r>
              <a:rPr b="1" lang="en-US" sz="3200" spc="-1" strike="noStrike">
                <a:solidFill>
                  <a:srgbClr val="ffffff"/>
                </a:solidFill>
                <a:latin typeface="DM Sans"/>
                <a:ea typeface="DM Sans"/>
              </a:rPr>
              <a:t>value of money</a:t>
            </a:r>
            <a:endParaRPr b="0" lang="en-US" sz="3200" spc="-1" strike="noStrike">
              <a:latin typeface="Arial"/>
            </a:endParaRPr>
          </a:p>
        </p:txBody>
      </p:sp>
      <p:sp>
        <p:nvSpPr>
          <p:cNvPr id="124" name="CustomShape 23"/>
          <p:cNvSpPr/>
          <p:nvPr/>
        </p:nvSpPr>
        <p:spPr>
          <a:xfrm>
            <a:off x="13190040" y="6402960"/>
            <a:ext cx="3744360" cy="97524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3200" spc="-1" strike="noStrike">
                <a:solidFill>
                  <a:srgbClr val="ffffff"/>
                </a:solidFill>
                <a:latin typeface="DM Sans"/>
                <a:ea typeface="DM Sans"/>
              </a:rPr>
              <a:t>Improved risk </a:t>
            </a:r>
            <a:endParaRPr b="0" lang="en-US" sz="3200" spc="-1" strike="noStrike">
              <a:latin typeface="Arial"/>
            </a:endParaRPr>
          </a:p>
          <a:p>
            <a:pPr algn="ctr">
              <a:lnSpc>
                <a:spcPct val="100000"/>
              </a:lnSpc>
            </a:pPr>
            <a:r>
              <a:rPr b="1" lang="en-US" sz="3200" spc="-1" strike="noStrike">
                <a:solidFill>
                  <a:srgbClr val="ffffff"/>
                </a:solidFill>
                <a:latin typeface="DM Sans"/>
                <a:ea typeface="DM Sans"/>
              </a:rPr>
              <a:t>taking ability</a:t>
            </a:r>
            <a:endParaRPr b="0" lang="en-US" sz="3200" spc="-1" strike="noStrike">
              <a:latin typeface="Arial"/>
            </a:endParaRPr>
          </a:p>
        </p:txBody>
      </p:sp>
      <p:sp>
        <p:nvSpPr>
          <p:cNvPr id="125" name="CustomShape 24"/>
          <p:cNvSpPr/>
          <p:nvPr/>
        </p:nvSpPr>
        <p:spPr>
          <a:xfrm>
            <a:off x="1353240" y="7633800"/>
            <a:ext cx="3744360" cy="610200"/>
          </a:xfrm>
          <a:prstGeom prst="rect">
            <a:avLst/>
          </a:prstGeom>
          <a:noFill/>
          <a:ln>
            <a:noFill/>
          </a:ln>
        </p:spPr>
        <p:style>
          <a:lnRef idx="0"/>
          <a:fillRef idx="0"/>
          <a:effectRef idx="0"/>
          <a:fontRef idx="minor"/>
        </p:style>
        <p:txBody>
          <a:bodyPr lIns="0" rIns="0" tIns="0" bIns="0">
            <a:spAutoFit/>
          </a:bodyPr>
          <a:p>
            <a:pPr algn="ctr">
              <a:lnSpc>
                <a:spcPct val="100000"/>
              </a:lnSpc>
            </a:pPr>
            <a:r>
              <a:rPr b="0" lang="en-US" sz="2000" spc="-1" strike="noStrike">
                <a:solidFill>
                  <a:srgbClr val="ffffff"/>
                </a:solidFill>
                <a:latin typeface="Arial"/>
                <a:ea typeface="Arial"/>
              </a:rPr>
              <a:t>Time to recover the project cost from savings.</a:t>
            </a:r>
            <a:endParaRPr b="0" lang="en-US" sz="2000" spc="-1" strike="noStrike">
              <a:latin typeface="Arial"/>
            </a:endParaRPr>
          </a:p>
        </p:txBody>
      </p:sp>
      <p:sp>
        <p:nvSpPr>
          <p:cNvPr id="126" name="CustomShape 25"/>
          <p:cNvSpPr/>
          <p:nvPr/>
        </p:nvSpPr>
        <p:spPr>
          <a:xfrm>
            <a:off x="7271640" y="7619760"/>
            <a:ext cx="3744360" cy="1829880"/>
          </a:xfrm>
          <a:prstGeom prst="rect">
            <a:avLst/>
          </a:prstGeom>
          <a:noFill/>
          <a:ln>
            <a:noFill/>
          </a:ln>
        </p:spPr>
        <p:style>
          <a:lnRef idx="0"/>
          <a:fillRef idx="0"/>
          <a:effectRef idx="0"/>
          <a:fontRef idx="minor"/>
        </p:style>
        <p:txBody>
          <a:bodyPr lIns="0" rIns="0" tIns="0" bIns="0">
            <a:spAutoFit/>
          </a:bodyPr>
          <a:p>
            <a:pPr algn="just">
              <a:lnSpc>
                <a:spcPct val="100000"/>
              </a:lnSpc>
            </a:pPr>
            <a:r>
              <a:rPr b="0" lang="en-US" sz="2000" spc="-1" strike="noStrike">
                <a:solidFill>
                  <a:srgbClr val="ffffff"/>
                </a:solidFill>
                <a:latin typeface="Arial"/>
                <a:ea typeface="Arial"/>
              </a:rPr>
              <a:t>The benefits or savings from your headlight dimmer grow over time, making money spent today more valuable in the future due to energy savings and reduced maintenance.</a:t>
            </a:r>
            <a:endParaRPr b="0" lang="en-US" sz="2000" spc="-1" strike="noStrike">
              <a:latin typeface="Arial"/>
            </a:endParaRPr>
          </a:p>
        </p:txBody>
      </p:sp>
      <p:sp>
        <p:nvSpPr>
          <p:cNvPr id="127" name="CustomShape 26"/>
          <p:cNvSpPr/>
          <p:nvPr/>
        </p:nvSpPr>
        <p:spPr>
          <a:xfrm>
            <a:off x="12865680" y="7619760"/>
            <a:ext cx="4393080" cy="915120"/>
          </a:xfrm>
          <a:prstGeom prst="rect">
            <a:avLst/>
          </a:prstGeom>
          <a:noFill/>
          <a:ln>
            <a:noFill/>
          </a:ln>
        </p:spPr>
        <p:style>
          <a:lnRef idx="0"/>
          <a:fillRef idx="0"/>
          <a:effectRef idx="0"/>
          <a:fontRef idx="minor"/>
        </p:style>
        <p:txBody>
          <a:bodyPr lIns="0" rIns="0" tIns="0" bIns="0">
            <a:spAutoFit/>
          </a:bodyPr>
          <a:p>
            <a:pPr algn="just">
              <a:lnSpc>
                <a:spcPct val="100000"/>
              </a:lnSpc>
            </a:pPr>
            <a:r>
              <a:rPr b="0" lang="en-US" sz="2000" spc="-1" strike="noStrike">
                <a:solidFill>
                  <a:srgbClr val="ffffff"/>
                </a:solidFill>
                <a:latin typeface="Arial"/>
                <a:ea typeface="Arial"/>
              </a:rPr>
              <a:t>Helps drivers make safer decisions at night by reducing glare and boosting confidence on the road.</a:t>
            </a:r>
            <a:endParaRPr b="0" lang="en-US" sz="2000" spc="-1" strike="noStrike">
              <a:latin typeface="Arial"/>
            </a:endParaRPr>
          </a:p>
        </p:txBody>
      </p:sp>
      <p:pic>
        <p:nvPicPr>
          <p:cNvPr id="128" name="Picture 2" descr=""/>
          <p:cNvPicPr/>
          <p:nvPr/>
        </p:nvPicPr>
        <p:blipFill>
          <a:blip r:embed="rId4"/>
          <a:stretch/>
        </p:blipFill>
        <p:spPr>
          <a:xfrm>
            <a:off x="933840" y="8583840"/>
            <a:ext cx="4289040" cy="90144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29" name="CustomShape 1"/>
          <p:cNvSpPr/>
          <p:nvPr/>
        </p:nvSpPr>
        <p:spPr>
          <a:xfrm>
            <a:off x="1161360" y="9244080"/>
            <a:ext cx="697320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sp>
        <p:nvSpPr>
          <p:cNvPr id="130" name="CustomShape 2"/>
          <p:cNvSpPr/>
          <p:nvPr/>
        </p:nvSpPr>
        <p:spPr>
          <a:xfrm>
            <a:off x="1774080" y="883440"/>
            <a:ext cx="6973200" cy="975240"/>
          </a:xfrm>
          <a:prstGeom prst="rect">
            <a:avLst/>
          </a:prstGeom>
          <a:noFill/>
          <a:ln>
            <a:noFill/>
          </a:ln>
        </p:spPr>
        <p:style>
          <a:lnRef idx="0"/>
          <a:fillRef idx="0"/>
          <a:effectRef idx="0"/>
          <a:fontRef idx="minor"/>
        </p:style>
        <p:txBody>
          <a:bodyPr lIns="0" rIns="0" tIns="0" bIns="0">
            <a:spAutoFit/>
          </a:bodyPr>
          <a:p>
            <a:pPr>
              <a:lnSpc>
                <a:spcPct val="80000"/>
              </a:lnSpc>
            </a:pPr>
            <a:r>
              <a:rPr b="1" lang="en-US" sz="8000" spc="-1" strike="noStrike">
                <a:solidFill>
                  <a:srgbClr val="ffffff"/>
                </a:solidFill>
                <a:latin typeface="DM Sans"/>
                <a:ea typeface="DM Sans"/>
              </a:rPr>
              <a:t>OBJECTIVE</a:t>
            </a:r>
            <a:endParaRPr b="0" lang="en-US" sz="8000" spc="-1" strike="noStrike">
              <a:latin typeface="Arial"/>
            </a:endParaRPr>
          </a:p>
        </p:txBody>
      </p:sp>
      <p:grpSp>
        <p:nvGrpSpPr>
          <p:cNvPr id="131" name="Group 3"/>
          <p:cNvGrpSpPr/>
          <p:nvPr/>
        </p:nvGrpSpPr>
        <p:grpSpPr>
          <a:xfrm>
            <a:off x="-3246120" y="-1664280"/>
            <a:ext cx="3995280" cy="13169520"/>
            <a:chOff x="-3246120" y="-1664280"/>
            <a:chExt cx="3995280" cy="13169520"/>
          </a:xfrm>
        </p:grpSpPr>
        <p:grpSp>
          <p:nvGrpSpPr>
            <p:cNvPr id="132" name="Group 4"/>
            <p:cNvGrpSpPr/>
            <p:nvPr/>
          </p:nvGrpSpPr>
          <p:grpSpPr>
            <a:xfrm>
              <a:off x="-3246120" y="-1391400"/>
              <a:ext cx="3995280" cy="12466800"/>
              <a:chOff x="-3246120" y="-1391400"/>
              <a:chExt cx="3995280" cy="12466800"/>
            </a:xfrm>
          </p:grpSpPr>
          <p:sp>
            <p:nvSpPr>
              <p:cNvPr id="133" name="CustomShape 5"/>
              <p:cNvSpPr/>
              <p:nvPr/>
            </p:nvSpPr>
            <p:spPr>
              <a:xfrm>
                <a:off x="-3246120" y="-788400"/>
                <a:ext cx="3995280" cy="118638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34" name="CustomShape 6"/>
              <p:cNvSpPr/>
              <p:nvPr/>
            </p:nvSpPr>
            <p:spPr>
              <a:xfrm>
                <a:off x="-3246120" y="-1391400"/>
                <a:ext cx="3995280" cy="12466440"/>
              </a:xfrm>
              <a:prstGeom prst="rect">
                <a:avLst/>
              </a:prstGeom>
              <a:noFill/>
              <a:ln>
                <a:noFill/>
              </a:ln>
            </p:spPr>
            <p:style>
              <a:lnRef idx="0"/>
              <a:fillRef idx="0"/>
              <a:effectRef idx="0"/>
              <a:fontRef idx="minor"/>
            </p:style>
          </p:sp>
        </p:grpSp>
        <p:grpSp>
          <p:nvGrpSpPr>
            <p:cNvPr id="135" name="Group 7"/>
            <p:cNvGrpSpPr/>
            <p:nvPr/>
          </p:nvGrpSpPr>
          <p:grpSpPr>
            <a:xfrm>
              <a:off x="-2986560" y="-542520"/>
              <a:ext cx="3476160" cy="10847520"/>
              <a:chOff x="-2986560" y="-542520"/>
              <a:chExt cx="3476160" cy="10847520"/>
            </a:xfrm>
          </p:grpSpPr>
          <p:sp>
            <p:nvSpPr>
              <p:cNvPr id="136" name="CustomShape 8"/>
              <p:cNvSpPr/>
              <p:nvPr/>
            </p:nvSpPr>
            <p:spPr>
              <a:xfrm>
                <a:off x="-2986560" y="-18000"/>
                <a:ext cx="3476160" cy="103230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37" name="CustomShape 9"/>
              <p:cNvSpPr/>
              <p:nvPr/>
            </p:nvSpPr>
            <p:spPr>
              <a:xfrm>
                <a:off x="-2986560" y="-542520"/>
                <a:ext cx="3476160" cy="10847160"/>
              </a:xfrm>
              <a:prstGeom prst="rect">
                <a:avLst/>
              </a:prstGeom>
              <a:noFill/>
              <a:ln>
                <a:noFill/>
              </a:ln>
            </p:spPr>
            <p:style>
              <a:lnRef idx="0"/>
              <a:fillRef idx="0"/>
              <a:effectRef idx="0"/>
              <a:fontRef idx="minor"/>
            </p:style>
          </p:sp>
        </p:grpSp>
        <p:grpSp>
          <p:nvGrpSpPr>
            <p:cNvPr id="138" name="Group 10"/>
            <p:cNvGrpSpPr/>
            <p:nvPr/>
          </p:nvGrpSpPr>
          <p:grpSpPr>
            <a:xfrm>
              <a:off x="-2727000" y="-777960"/>
              <a:ext cx="2957400" cy="11396520"/>
              <a:chOff x="-2727000" y="-777960"/>
              <a:chExt cx="2957400" cy="11396520"/>
            </a:xfrm>
          </p:grpSpPr>
          <p:sp>
            <p:nvSpPr>
              <p:cNvPr id="139" name="CustomShape 11"/>
              <p:cNvSpPr/>
              <p:nvPr/>
            </p:nvSpPr>
            <p:spPr>
              <a:xfrm>
                <a:off x="-2727000" y="-331920"/>
                <a:ext cx="2957400" cy="10950480"/>
              </a:xfrm>
              <a:custGeom>
                <a:avLst/>
                <a:gdLst/>
                <a:ahLst/>
                <a:rect l="l" t="t" r="r" b="b"/>
                <a:pathLst>
                  <a:path w="315691" h="1168844">
                    <a:moveTo>
                      <a:pt x="0" y="0"/>
                    </a:moveTo>
                    <a:lnTo>
                      <a:pt x="315691" y="0"/>
                    </a:lnTo>
                    <a:lnTo>
                      <a:pt x="315691"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40" name="CustomShape 12"/>
              <p:cNvSpPr/>
              <p:nvPr/>
            </p:nvSpPr>
            <p:spPr>
              <a:xfrm>
                <a:off x="-2727000" y="-777960"/>
                <a:ext cx="2957400" cy="11396520"/>
              </a:xfrm>
              <a:prstGeom prst="rect">
                <a:avLst/>
              </a:prstGeom>
              <a:noFill/>
              <a:ln>
                <a:noFill/>
              </a:ln>
            </p:spPr>
            <p:style>
              <a:lnRef idx="0"/>
              <a:fillRef idx="0"/>
              <a:effectRef idx="0"/>
              <a:fontRef idx="minor"/>
            </p:style>
          </p:sp>
        </p:grpSp>
        <p:grpSp>
          <p:nvGrpSpPr>
            <p:cNvPr id="141" name="Group 13"/>
            <p:cNvGrpSpPr/>
            <p:nvPr/>
          </p:nvGrpSpPr>
          <p:grpSpPr>
            <a:xfrm>
              <a:off x="-2467800" y="-777960"/>
              <a:ext cx="2438280" cy="11396520"/>
              <a:chOff x="-2467800" y="-777960"/>
              <a:chExt cx="2438280" cy="11396520"/>
            </a:xfrm>
          </p:grpSpPr>
          <p:sp>
            <p:nvSpPr>
              <p:cNvPr id="142" name="CustomShape 14"/>
              <p:cNvSpPr/>
              <p:nvPr/>
            </p:nvSpPr>
            <p:spPr>
              <a:xfrm>
                <a:off x="-2467800" y="-331920"/>
                <a:ext cx="2438280" cy="10950480"/>
              </a:xfrm>
              <a:custGeom>
                <a:avLst/>
                <a:gdLst/>
                <a:ahLst/>
                <a:rect l="l" t="t" r="r" b="b"/>
                <a:pathLst>
                  <a:path w="260307" h="1168844">
                    <a:moveTo>
                      <a:pt x="0" y="0"/>
                    </a:moveTo>
                    <a:lnTo>
                      <a:pt x="260307" y="0"/>
                    </a:lnTo>
                    <a:lnTo>
                      <a:pt x="260307"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43" name="CustomShape 15"/>
              <p:cNvSpPr/>
              <p:nvPr/>
            </p:nvSpPr>
            <p:spPr>
              <a:xfrm>
                <a:off x="-2467800" y="-777960"/>
                <a:ext cx="2438280" cy="11396520"/>
              </a:xfrm>
              <a:prstGeom prst="rect">
                <a:avLst/>
              </a:prstGeom>
              <a:noFill/>
              <a:ln>
                <a:noFill/>
              </a:ln>
            </p:spPr>
            <p:style>
              <a:lnRef idx="0"/>
              <a:fillRef idx="0"/>
              <a:effectRef idx="0"/>
              <a:fontRef idx="minor"/>
            </p:style>
          </p:sp>
        </p:grpSp>
        <p:grpSp>
          <p:nvGrpSpPr>
            <p:cNvPr id="144" name="Group 16"/>
            <p:cNvGrpSpPr/>
            <p:nvPr/>
          </p:nvGrpSpPr>
          <p:grpSpPr>
            <a:xfrm>
              <a:off x="-2208240" y="-1664280"/>
              <a:ext cx="1919520" cy="13169520"/>
              <a:chOff x="-2208240" y="-1664280"/>
              <a:chExt cx="1919520" cy="13169520"/>
            </a:xfrm>
          </p:grpSpPr>
          <p:sp>
            <p:nvSpPr>
              <p:cNvPr id="145" name="CustomShape 17"/>
              <p:cNvSpPr/>
              <p:nvPr/>
            </p:nvSpPr>
            <p:spPr>
              <a:xfrm>
                <a:off x="-2208240" y="-1218240"/>
                <a:ext cx="1919520" cy="12723120"/>
              </a:xfrm>
              <a:custGeom>
                <a:avLst/>
                <a:gdLst/>
                <a:ahLst/>
                <a:rect l="l" t="t" r="r" b="b"/>
                <a:pathLst>
                  <a:path w="204922" h="1358058">
                    <a:moveTo>
                      <a:pt x="0" y="0"/>
                    </a:moveTo>
                    <a:lnTo>
                      <a:pt x="204922" y="0"/>
                    </a:lnTo>
                    <a:lnTo>
                      <a:pt x="204922" y="1358058"/>
                    </a:lnTo>
                    <a:lnTo>
                      <a:pt x="0" y="1358058"/>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46" name="CustomShape 18"/>
              <p:cNvSpPr/>
              <p:nvPr/>
            </p:nvSpPr>
            <p:spPr>
              <a:xfrm>
                <a:off x="-2208240" y="-1664280"/>
                <a:ext cx="1919520" cy="13169520"/>
              </a:xfrm>
              <a:prstGeom prst="rect">
                <a:avLst/>
              </a:prstGeom>
              <a:noFill/>
              <a:ln>
                <a:noFill/>
              </a:ln>
            </p:spPr>
            <p:style>
              <a:lnRef idx="0"/>
              <a:fillRef idx="0"/>
              <a:effectRef idx="0"/>
              <a:fontRef idx="minor"/>
            </p:style>
          </p:sp>
        </p:grpSp>
      </p:grpSp>
      <p:sp>
        <p:nvSpPr>
          <p:cNvPr id="147" name="CustomShape 19"/>
          <p:cNvSpPr/>
          <p:nvPr/>
        </p:nvSpPr>
        <p:spPr>
          <a:xfrm>
            <a:off x="749520" y="2073960"/>
            <a:ext cx="10164600" cy="667404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3600" spc="-1" strike="noStrike">
                <a:solidFill>
                  <a:srgbClr val="ffffff"/>
                </a:solidFill>
                <a:latin typeface="Times New Roman"/>
                <a:ea typeface="Arial"/>
              </a:rPr>
              <a:t>The objective of the Intelligent Vehicle Headlight Dimmer is to enhance road safety by preventing accidents caused by high-beam glare during night driving. This system is designed to automatically switch headlights from high beam to low beam without requiring any driver intervention, thereby reducing discomfort, distraction, and eye strain for both drivers. It also helps in extending the lifespan of headlights and relay components by minimizing unnecessary usage. With its low-cost and reliable design, the system ensures improved driving comfort and safety, especially on rural and poorly lit roads.</a:t>
            </a:r>
            <a:endParaRPr b="0" lang="en-US" sz="3600" spc="-1" strike="noStrike">
              <a:latin typeface="Arial"/>
            </a:endParaRPr>
          </a:p>
        </p:txBody>
      </p:sp>
      <p:pic>
        <p:nvPicPr>
          <p:cNvPr id="148" name="Picture 5" descr=""/>
          <p:cNvPicPr/>
          <p:nvPr/>
        </p:nvPicPr>
        <p:blipFill>
          <a:blip r:embed="rId1"/>
          <a:srcRect l="13979" t="5394" r="9650" b="0"/>
          <a:stretch/>
        </p:blipFill>
        <p:spPr>
          <a:xfrm>
            <a:off x="11517120" y="1062000"/>
            <a:ext cx="6604560" cy="8181360"/>
          </a:xfrm>
          <a:prstGeom prst="rect">
            <a:avLst/>
          </a:prstGeom>
          <a:ln>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49" name="CustomShape 1"/>
          <p:cNvSpPr/>
          <p:nvPr/>
        </p:nvSpPr>
        <p:spPr>
          <a:xfrm>
            <a:off x="3287880" y="636840"/>
            <a:ext cx="10505520" cy="2437560"/>
          </a:xfrm>
          <a:prstGeom prst="rect">
            <a:avLst/>
          </a:prstGeom>
          <a:noFill/>
          <a:ln>
            <a:noFill/>
          </a:ln>
        </p:spPr>
        <p:style>
          <a:lnRef idx="0"/>
          <a:fillRef idx="0"/>
          <a:effectRef idx="0"/>
          <a:fontRef idx="minor"/>
        </p:style>
        <p:txBody>
          <a:bodyPr lIns="0" rIns="0" tIns="0" bIns="0">
            <a:spAutoFit/>
          </a:bodyPr>
          <a:p>
            <a:pPr>
              <a:lnSpc>
                <a:spcPct val="100000"/>
              </a:lnSpc>
            </a:pPr>
            <a:r>
              <a:rPr b="1" lang="en-US" sz="8000" spc="-1" strike="noStrike">
                <a:solidFill>
                  <a:srgbClr val="ffffff"/>
                </a:solidFill>
                <a:latin typeface="DM Sans"/>
                <a:ea typeface="DM Sans"/>
              </a:rPr>
              <a:t> </a:t>
            </a:r>
            <a:r>
              <a:rPr b="1" lang="en-US" sz="8000" spc="-1" strike="noStrike">
                <a:solidFill>
                  <a:srgbClr val="ffffff"/>
                </a:solidFill>
                <a:latin typeface="DM Sans"/>
                <a:ea typeface="DM Sans"/>
              </a:rPr>
              <a:t>COMPONENTS USED</a:t>
            </a:r>
            <a:endParaRPr b="0" lang="en-US" sz="8000" spc="-1" strike="noStrike">
              <a:latin typeface="Arial"/>
            </a:endParaRPr>
          </a:p>
        </p:txBody>
      </p:sp>
      <p:grpSp>
        <p:nvGrpSpPr>
          <p:cNvPr id="150" name="Group 2"/>
          <p:cNvGrpSpPr/>
          <p:nvPr/>
        </p:nvGrpSpPr>
        <p:grpSpPr>
          <a:xfrm>
            <a:off x="-3246120" y="-1664280"/>
            <a:ext cx="3995280" cy="13169520"/>
            <a:chOff x="-3246120" y="-1664280"/>
            <a:chExt cx="3995280" cy="13169520"/>
          </a:xfrm>
        </p:grpSpPr>
        <p:grpSp>
          <p:nvGrpSpPr>
            <p:cNvPr id="151" name="Group 3"/>
            <p:cNvGrpSpPr/>
            <p:nvPr/>
          </p:nvGrpSpPr>
          <p:grpSpPr>
            <a:xfrm>
              <a:off x="-3246120" y="-1391400"/>
              <a:ext cx="3995280" cy="12466800"/>
              <a:chOff x="-3246120" y="-1391400"/>
              <a:chExt cx="3995280" cy="12466800"/>
            </a:xfrm>
          </p:grpSpPr>
          <p:sp>
            <p:nvSpPr>
              <p:cNvPr id="152" name="CustomShape 4"/>
              <p:cNvSpPr/>
              <p:nvPr/>
            </p:nvSpPr>
            <p:spPr>
              <a:xfrm>
                <a:off x="-3246120" y="-788400"/>
                <a:ext cx="3995280" cy="118638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53" name="CustomShape 5"/>
              <p:cNvSpPr/>
              <p:nvPr/>
            </p:nvSpPr>
            <p:spPr>
              <a:xfrm>
                <a:off x="-3246120" y="-1391400"/>
                <a:ext cx="3995280" cy="12466440"/>
              </a:xfrm>
              <a:prstGeom prst="rect">
                <a:avLst/>
              </a:prstGeom>
              <a:noFill/>
              <a:ln>
                <a:noFill/>
              </a:ln>
            </p:spPr>
            <p:style>
              <a:lnRef idx="0"/>
              <a:fillRef idx="0"/>
              <a:effectRef idx="0"/>
              <a:fontRef idx="minor"/>
            </p:style>
          </p:sp>
        </p:grpSp>
        <p:grpSp>
          <p:nvGrpSpPr>
            <p:cNvPr id="154" name="Group 6"/>
            <p:cNvGrpSpPr/>
            <p:nvPr/>
          </p:nvGrpSpPr>
          <p:grpSpPr>
            <a:xfrm>
              <a:off x="-2986560" y="-542520"/>
              <a:ext cx="3476160" cy="10847520"/>
              <a:chOff x="-2986560" y="-542520"/>
              <a:chExt cx="3476160" cy="10847520"/>
            </a:xfrm>
          </p:grpSpPr>
          <p:sp>
            <p:nvSpPr>
              <p:cNvPr id="155" name="CustomShape 7"/>
              <p:cNvSpPr/>
              <p:nvPr/>
            </p:nvSpPr>
            <p:spPr>
              <a:xfrm>
                <a:off x="-2986560" y="-18000"/>
                <a:ext cx="3476160" cy="103230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56" name="CustomShape 8"/>
              <p:cNvSpPr/>
              <p:nvPr/>
            </p:nvSpPr>
            <p:spPr>
              <a:xfrm>
                <a:off x="-2986560" y="-542520"/>
                <a:ext cx="3476160" cy="10847160"/>
              </a:xfrm>
              <a:prstGeom prst="rect">
                <a:avLst/>
              </a:prstGeom>
              <a:noFill/>
              <a:ln>
                <a:noFill/>
              </a:ln>
            </p:spPr>
            <p:style>
              <a:lnRef idx="0"/>
              <a:fillRef idx="0"/>
              <a:effectRef idx="0"/>
              <a:fontRef idx="minor"/>
            </p:style>
          </p:sp>
        </p:grpSp>
        <p:grpSp>
          <p:nvGrpSpPr>
            <p:cNvPr id="157" name="Group 9"/>
            <p:cNvGrpSpPr/>
            <p:nvPr/>
          </p:nvGrpSpPr>
          <p:grpSpPr>
            <a:xfrm>
              <a:off x="-2727000" y="-777960"/>
              <a:ext cx="2957400" cy="11396520"/>
              <a:chOff x="-2727000" y="-777960"/>
              <a:chExt cx="2957400" cy="11396520"/>
            </a:xfrm>
          </p:grpSpPr>
          <p:sp>
            <p:nvSpPr>
              <p:cNvPr id="158" name="CustomShape 10"/>
              <p:cNvSpPr/>
              <p:nvPr/>
            </p:nvSpPr>
            <p:spPr>
              <a:xfrm>
                <a:off x="-2727000" y="-331920"/>
                <a:ext cx="2957400" cy="10950480"/>
              </a:xfrm>
              <a:custGeom>
                <a:avLst/>
                <a:gdLst/>
                <a:ahLst/>
                <a:rect l="l" t="t" r="r" b="b"/>
                <a:pathLst>
                  <a:path w="315691" h="1168844">
                    <a:moveTo>
                      <a:pt x="0" y="0"/>
                    </a:moveTo>
                    <a:lnTo>
                      <a:pt x="315691" y="0"/>
                    </a:lnTo>
                    <a:lnTo>
                      <a:pt x="315691"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59" name="CustomShape 11"/>
              <p:cNvSpPr/>
              <p:nvPr/>
            </p:nvSpPr>
            <p:spPr>
              <a:xfrm>
                <a:off x="-2727000" y="-777960"/>
                <a:ext cx="2957400" cy="11396520"/>
              </a:xfrm>
              <a:prstGeom prst="rect">
                <a:avLst/>
              </a:prstGeom>
              <a:noFill/>
              <a:ln>
                <a:noFill/>
              </a:ln>
            </p:spPr>
            <p:style>
              <a:lnRef idx="0"/>
              <a:fillRef idx="0"/>
              <a:effectRef idx="0"/>
              <a:fontRef idx="minor"/>
            </p:style>
          </p:sp>
        </p:grpSp>
        <p:grpSp>
          <p:nvGrpSpPr>
            <p:cNvPr id="160" name="Group 12"/>
            <p:cNvGrpSpPr/>
            <p:nvPr/>
          </p:nvGrpSpPr>
          <p:grpSpPr>
            <a:xfrm>
              <a:off x="-2467800" y="-777960"/>
              <a:ext cx="2438280" cy="11396520"/>
              <a:chOff x="-2467800" y="-777960"/>
              <a:chExt cx="2438280" cy="11396520"/>
            </a:xfrm>
          </p:grpSpPr>
          <p:sp>
            <p:nvSpPr>
              <p:cNvPr id="161" name="CustomShape 13"/>
              <p:cNvSpPr/>
              <p:nvPr/>
            </p:nvSpPr>
            <p:spPr>
              <a:xfrm>
                <a:off x="-2467800" y="-331920"/>
                <a:ext cx="2438280" cy="10950480"/>
              </a:xfrm>
              <a:custGeom>
                <a:avLst/>
                <a:gdLst/>
                <a:ahLst/>
                <a:rect l="l" t="t" r="r" b="b"/>
                <a:pathLst>
                  <a:path w="260307" h="1168844">
                    <a:moveTo>
                      <a:pt x="0" y="0"/>
                    </a:moveTo>
                    <a:lnTo>
                      <a:pt x="260307" y="0"/>
                    </a:lnTo>
                    <a:lnTo>
                      <a:pt x="260307"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62" name="CustomShape 14"/>
              <p:cNvSpPr/>
              <p:nvPr/>
            </p:nvSpPr>
            <p:spPr>
              <a:xfrm>
                <a:off x="-2467800" y="-777960"/>
                <a:ext cx="2438280" cy="11396520"/>
              </a:xfrm>
              <a:prstGeom prst="rect">
                <a:avLst/>
              </a:prstGeom>
              <a:noFill/>
              <a:ln>
                <a:noFill/>
              </a:ln>
            </p:spPr>
            <p:style>
              <a:lnRef idx="0"/>
              <a:fillRef idx="0"/>
              <a:effectRef idx="0"/>
              <a:fontRef idx="minor"/>
            </p:style>
          </p:sp>
        </p:grpSp>
        <p:grpSp>
          <p:nvGrpSpPr>
            <p:cNvPr id="163" name="Group 15"/>
            <p:cNvGrpSpPr/>
            <p:nvPr/>
          </p:nvGrpSpPr>
          <p:grpSpPr>
            <a:xfrm>
              <a:off x="-2208240" y="-1664280"/>
              <a:ext cx="1919520" cy="13169520"/>
              <a:chOff x="-2208240" y="-1664280"/>
              <a:chExt cx="1919520" cy="13169520"/>
            </a:xfrm>
          </p:grpSpPr>
          <p:sp>
            <p:nvSpPr>
              <p:cNvPr id="164" name="CustomShape 16"/>
              <p:cNvSpPr/>
              <p:nvPr/>
            </p:nvSpPr>
            <p:spPr>
              <a:xfrm>
                <a:off x="-2208240" y="-1218240"/>
                <a:ext cx="1919520" cy="12723120"/>
              </a:xfrm>
              <a:custGeom>
                <a:avLst/>
                <a:gdLst/>
                <a:ahLst/>
                <a:rect l="l" t="t" r="r" b="b"/>
                <a:pathLst>
                  <a:path w="204922" h="1358058">
                    <a:moveTo>
                      <a:pt x="0" y="0"/>
                    </a:moveTo>
                    <a:lnTo>
                      <a:pt x="204922" y="0"/>
                    </a:lnTo>
                    <a:lnTo>
                      <a:pt x="204922" y="1358058"/>
                    </a:lnTo>
                    <a:lnTo>
                      <a:pt x="0" y="1358058"/>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65" name="CustomShape 17"/>
              <p:cNvSpPr/>
              <p:nvPr/>
            </p:nvSpPr>
            <p:spPr>
              <a:xfrm>
                <a:off x="-2208240" y="-1664280"/>
                <a:ext cx="1919520" cy="13169520"/>
              </a:xfrm>
              <a:prstGeom prst="rect">
                <a:avLst/>
              </a:prstGeom>
              <a:noFill/>
              <a:ln>
                <a:noFill/>
              </a:ln>
            </p:spPr>
            <p:style>
              <a:lnRef idx="0"/>
              <a:fillRef idx="0"/>
              <a:effectRef idx="0"/>
              <a:fontRef idx="minor"/>
            </p:style>
          </p:sp>
        </p:grpSp>
      </p:grpSp>
      <p:pic>
        <p:nvPicPr>
          <p:cNvPr id="166" name="Picture 1" descr=""/>
          <p:cNvPicPr/>
          <p:nvPr/>
        </p:nvPicPr>
        <p:blipFill>
          <a:blip r:embed="rId1"/>
          <a:stretch/>
        </p:blipFill>
        <p:spPr>
          <a:xfrm>
            <a:off x="2716920" y="1868040"/>
            <a:ext cx="13167000" cy="7599960"/>
          </a:xfrm>
          <a:prstGeom prst="rect">
            <a:avLst/>
          </a:prstGeom>
          <a:ln>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67" name="CustomShape 1"/>
          <p:cNvSpPr/>
          <p:nvPr/>
        </p:nvSpPr>
        <p:spPr>
          <a:xfrm>
            <a:off x="689760" y="444240"/>
            <a:ext cx="5648040" cy="243828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8000" spc="-1" strike="noStrike">
                <a:solidFill>
                  <a:srgbClr val="ffffff"/>
                </a:solidFill>
                <a:latin typeface="DM Sans"/>
                <a:ea typeface="DM Sans"/>
              </a:rPr>
              <a:t>CIRCUIT DIAGRAM</a:t>
            </a:r>
            <a:endParaRPr b="0" lang="en-US" sz="8000" spc="-1" strike="noStrike">
              <a:latin typeface="Arial"/>
            </a:endParaRPr>
          </a:p>
        </p:txBody>
      </p:sp>
      <p:sp>
        <p:nvSpPr>
          <p:cNvPr id="168" name="CustomShape 2"/>
          <p:cNvSpPr/>
          <p:nvPr/>
        </p:nvSpPr>
        <p:spPr>
          <a:xfrm>
            <a:off x="11069640" y="8793000"/>
            <a:ext cx="2032920" cy="319320"/>
          </a:xfrm>
          <a:prstGeom prst="rect">
            <a:avLst/>
          </a:prstGeom>
          <a:noFill/>
          <a:ln>
            <a:noFill/>
          </a:ln>
        </p:spPr>
        <p:style>
          <a:lnRef idx="0"/>
          <a:fillRef idx="0"/>
          <a:effectRef idx="0"/>
          <a:fontRef idx="minor"/>
        </p:style>
        <p:txBody>
          <a:bodyPr lIns="0" rIns="0" tIns="0" bIns="0">
            <a:spAutoFit/>
          </a:bodyPr>
          <a:p>
            <a:pPr algn="ctr">
              <a:lnSpc>
                <a:spcPct val="150000"/>
              </a:lnSpc>
            </a:pPr>
            <a:r>
              <a:rPr b="0" lang="en-US" sz="1400" spc="-1" strike="noStrike">
                <a:solidFill>
                  <a:srgbClr val="000000"/>
                </a:solidFill>
                <a:latin typeface="Arial"/>
                <a:ea typeface="Arial"/>
              </a:rPr>
              <a:t>Number of years</a:t>
            </a:r>
            <a:endParaRPr b="0" lang="en-US" sz="1400" spc="-1" strike="noStrike">
              <a:latin typeface="Arial"/>
            </a:endParaRPr>
          </a:p>
        </p:txBody>
      </p:sp>
      <p:sp>
        <p:nvSpPr>
          <p:cNvPr id="169" name="CustomShape 3"/>
          <p:cNvSpPr/>
          <p:nvPr/>
        </p:nvSpPr>
        <p:spPr>
          <a:xfrm rot="16200000">
            <a:off x="6149880" y="5007240"/>
            <a:ext cx="2032920" cy="319320"/>
          </a:xfrm>
          <a:prstGeom prst="rect">
            <a:avLst/>
          </a:prstGeom>
          <a:noFill/>
          <a:ln>
            <a:noFill/>
          </a:ln>
        </p:spPr>
        <p:style>
          <a:lnRef idx="0"/>
          <a:fillRef idx="0"/>
          <a:effectRef idx="0"/>
          <a:fontRef idx="minor"/>
        </p:style>
        <p:txBody>
          <a:bodyPr lIns="0" rIns="0" tIns="0" bIns="0">
            <a:spAutoFit/>
          </a:bodyPr>
          <a:p>
            <a:pPr algn="ctr">
              <a:lnSpc>
                <a:spcPct val="150000"/>
              </a:lnSpc>
            </a:pPr>
            <a:r>
              <a:rPr b="0" lang="en-US" sz="1400" spc="-1" strike="noStrike">
                <a:solidFill>
                  <a:srgbClr val="000000"/>
                </a:solidFill>
                <a:latin typeface="Arial"/>
                <a:ea typeface="Arial"/>
              </a:rPr>
              <a:t>Amount</a:t>
            </a:r>
            <a:endParaRPr b="0" lang="en-US" sz="1400" spc="-1" strike="noStrike">
              <a:latin typeface="Arial"/>
            </a:endParaRPr>
          </a:p>
        </p:txBody>
      </p:sp>
      <p:sp>
        <p:nvSpPr>
          <p:cNvPr id="170" name="CustomShape 4"/>
          <p:cNvSpPr/>
          <p:nvPr/>
        </p:nvSpPr>
        <p:spPr>
          <a:xfrm>
            <a:off x="1028880" y="9244080"/>
            <a:ext cx="496980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grpSp>
        <p:nvGrpSpPr>
          <p:cNvPr id="171" name="Group 5"/>
          <p:cNvGrpSpPr/>
          <p:nvPr/>
        </p:nvGrpSpPr>
        <p:grpSpPr>
          <a:xfrm>
            <a:off x="17538120" y="-1664280"/>
            <a:ext cx="3995280" cy="13169520"/>
            <a:chOff x="17538120" y="-1664280"/>
            <a:chExt cx="3995280" cy="13169520"/>
          </a:xfrm>
        </p:grpSpPr>
        <p:grpSp>
          <p:nvGrpSpPr>
            <p:cNvPr id="172" name="Group 6"/>
            <p:cNvGrpSpPr/>
            <p:nvPr/>
          </p:nvGrpSpPr>
          <p:grpSpPr>
            <a:xfrm>
              <a:off x="17538120" y="-1391400"/>
              <a:ext cx="3995280" cy="12466800"/>
              <a:chOff x="17538120" y="-1391400"/>
              <a:chExt cx="3995280" cy="12466800"/>
            </a:xfrm>
          </p:grpSpPr>
          <p:sp>
            <p:nvSpPr>
              <p:cNvPr id="173" name="CustomShape 7"/>
              <p:cNvSpPr/>
              <p:nvPr/>
            </p:nvSpPr>
            <p:spPr>
              <a:xfrm>
                <a:off x="17538120" y="-788400"/>
                <a:ext cx="3995280" cy="118638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74" name="CustomShape 8"/>
              <p:cNvSpPr/>
              <p:nvPr/>
            </p:nvSpPr>
            <p:spPr>
              <a:xfrm>
                <a:off x="17538120" y="-1391400"/>
                <a:ext cx="3995280" cy="12466440"/>
              </a:xfrm>
              <a:prstGeom prst="rect">
                <a:avLst/>
              </a:prstGeom>
              <a:noFill/>
              <a:ln>
                <a:noFill/>
              </a:ln>
            </p:spPr>
            <p:style>
              <a:lnRef idx="0"/>
              <a:fillRef idx="0"/>
              <a:effectRef idx="0"/>
              <a:fontRef idx="minor"/>
            </p:style>
          </p:sp>
        </p:grpSp>
        <p:grpSp>
          <p:nvGrpSpPr>
            <p:cNvPr id="175" name="Group 9"/>
            <p:cNvGrpSpPr/>
            <p:nvPr/>
          </p:nvGrpSpPr>
          <p:grpSpPr>
            <a:xfrm>
              <a:off x="17797680" y="-542520"/>
              <a:ext cx="3476160" cy="10847520"/>
              <a:chOff x="17797680" y="-542520"/>
              <a:chExt cx="3476160" cy="10847520"/>
            </a:xfrm>
          </p:grpSpPr>
          <p:sp>
            <p:nvSpPr>
              <p:cNvPr id="176" name="CustomShape 10"/>
              <p:cNvSpPr/>
              <p:nvPr/>
            </p:nvSpPr>
            <p:spPr>
              <a:xfrm>
                <a:off x="17797680" y="-18000"/>
                <a:ext cx="3476160" cy="103230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77" name="CustomShape 11"/>
              <p:cNvSpPr/>
              <p:nvPr/>
            </p:nvSpPr>
            <p:spPr>
              <a:xfrm>
                <a:off x="17797680" y="-542520"/>
                <a:ext cx="3476160" cy="10847160"/>
              </a:xfrm>
              <a:prstGeom prst="rect">
                <a:avLst/>
              </a:prstGeom>
              <a:noFill/>
              <a:ln>
                <a:noFill/>
              </a:ln>
            </p:spPr>
            <p:style>
              <a:lnRef idx="0"/>
              <a:fillRef idx="0"/>
              <a:effectRef idx="0"/>
              <a:fontRef idx="minor"/>
            </p:style>
          </p:sp>
        </p:grpSp>
        <p:grpSp>
          <p:nvGrpSpPr>
            <p:cNvPr id="178" name="Group 12"/>
            <p:cNvGrpSpPr/>
            <p:nvPr/>
          </p:nvGrpSpPr>
          <p:grpSpPr>
            <a:xfrm>
              <a:off x="18056880" y="-777960"/>
              <a:ext cx="2957400" cy="11396520"/>
              <a:chOff x="18056880" y="-777960"/>
              <a:chExt cx="2957400" cy="11396520"/>
            </a:xfrm>
          </p:grpSpPr>
          <p:sp>
            <p:nvSpPr>
              <p:cNvPr id="179" name="CustomShape 13"/>
              <p:cNvSpPr/>
              <p:nvPr/>
            </p:nvSpPr>
            <p:spPr>
              <a:xfrm>
                <a:off x="18056880" y="-331920"/>
                <a:ext cx="2957400" cy="10950480"/>
              </a:xfrm>
              <a:custGeom>
                <a:avLst/>
                <a:gdLst/>
                <a:ahLst/>
                <a:rect l="l" t="t" r="r" b="b"/>
                <a:pathLst>
                  <a:path w="315691" h="1168844">
                    <a:moveTo>
                      <a:pt x="0" y="0"/>
                    </a:moveTo>
                    <a:lnTo>
                      <a:pt x="315691" y="0"/>
                    </a:lnTo>
                    <a:lnTo>
                      <a:pt x="315691"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80" name="CustomShape 14"/>
              <p:cNvSpPr/>
              <p:nvPr/>
            </p:nvSpPr>
            <p:spPr>
              <a:xfrm>
                <a:off x="18056880" y="-777960"/>
                <a:ext cx="2957400" cy="11396520"/>
              </a:xfrm>
              <a:prstGeom prst="rect">
                <a:avLst/>
              </a:prstGeom>
              <a:noFill/>
              <a:ln>
                <a:noFill/>
              </a:ln>
            </p:spPr>
            <p:style>
              <a:lnRef idx="0"/>
              <a:fillRef idx="0"/>
              <a:effectRef idx="0"/>
              <a:fontRef idx="minor"/>
            </p:style>
          </p:sp>
        </p:grpSp>
        <p:grpSp>
          <p:nvGrpSpPr>
            <p:cNvPr id="181" name="Group 15"/>
            <p:cNvGrpSpPr/>
            <p:nvPr/>
          </p:nvGrpSpPr>
          <p:grpSpPr>
            <a:xfrm>
              <a:off x="18316440" y="-777960"/>
              <a:ext cx="2438280" cy="11396520"/>
              <a:chOff x="18316440" y="-777960"/>
              <a:chExt cx="2438280" cy="11396520"/>
            </a:xfrm>
          </p:grpSpPr>
          <p:sp>
            <p:nvSpPr>
              <p:cNvPr id="182" name="CustomShape 16"/>
              <p:cNvSpPr/>
              <p:nvPr/>
            </p:nvSpPr>
            <p:spPr>
              <a:xfrm>
                <a:off x="18316440" y="-331920"/>
                <a:ext cx="2438280" cy="10950480"/>
              </a:xfrm>
              <a:custGeom>
                <a:avLst/>
                <a:gdLst/>
                <a:ahLst/>
                <a:rect l="l" t="t" r="r" b="b"/>
                <a:pathLst>
                  <a:path w="260307" h="1168844">
                    <a:moveTo>
                      <a:pt x="0" y="0"/>
                    </a:moveTo>
                    <a:lnTo>
                      <a:pt x="260307" y="0"/>
                    </a:lnTo>
                    <a:lnTo>
                      <a:pt x="260307"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83" name="CustomShape 17"/>
              <p:cNvSpPr/>
              <p:nvPr/>
            </p:nvSpPr>
            <p:spPr>
              <a:xfrm>
                <a:off x="18316440" y="-777960"/>
                <a:ext cx="2438280" cy="11396520"/>
              </a:xfrm>
              <a:prstGeom prst="rect">
                <a:avLst/>
              </a:prstGeom>
              <a:noFill/>
              <a:ln>
                <a:noFill/>
              </a:ln>
            </p:spPr>
            <p:style>
              <a:lnRef idx="0"/>
              <a:fillRef idx="0"/>
              <a:effectRef idx="0"/>
              <a:fontRef idx="minor"/>
            </p:style>
          </p:sp>
        </p:grpSp>
        <p:grpSp>
          <p:nvGrpSpPr>
            <p:cNvPr id="184" name="Group 18"/>
            <p:cNvGrpSpPr/>
            <p:nvPr/>
          </p:nvGrpSpPr>
          <p:grpSpPr>
            <a:xfrm>
              <a:off x="18576000" y="-1664280"/>
              <a:ext cx="1919520" cy="13169520"/>
              <a:chOff x="18576000" y="-1664280"/>
              <a:chExt cx="1919520" cy="13169520"/>
            </a:xfrm>
          </p:grpSpPr>
          <p:sp>
            <p:nvSpPr>
              <p:cNvPr id="185" name="CustomShape 19"/>
              <p:cNvSpPr/>
              <p:nvPr/>
            </p:nvSpPr>
            <p:spPr>
              <a:xfrm>
                <a:off x="18576000" y="-1218240"/>
                <a:ext cx="1919520" cy="12723120"/>
              </a:xfrm>
              <a:custGeom>
                <a:avLst/>
                <a:gdLst/>
                <a:ahLst/>
                <a:rect l="l" t="t" r="r" b="b"/>
                <a:pathLst>
                  <a:path w="204922" h="1358058">
                    <a:moveTo>
                      <a:pt x="0" y="0"/>
                    </a:moveTo>
                    <a:lnTo>
                      <a:pt x="204922" y="0"/>
                    </a:lnTo>
                    <a:lnTo>
                      <a:pt x="204922" y="1358058"/>
                    </a:lnTo>
                    <a:lnTo>
                      <a:pt x="0" y="1358058"/>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86" name="CustomShape 20"/>
              <p:cNvSpPr/>
              <p:nvPr/>
            </p:nvSpPr>
            <p:spPr>
              <a:xfrm>
                <a:off x="18576000" y="-1664280"/>
                <a:ext cx="1919520" cy="13169520"/>
              </a:xfrm>
              <a:prstGeom prst="rect">
                <a:avLst/>
              </a:prstGeom>
              <a:noFill/>
              <a:ln>
                <a:noFill/>
              </a:ln>
            </p:spPr>
            <p:style>
              <a:lnRef idx="0"/>
              <a:fillRef idx="0"/>
              <a:effectRef idx="0"/>
              <a:fontRef idx="minor"/>
            </p:style>
          </p:sp>
        </p:grpSp>
      </p:grpSp>
      <p:pic>
        <p:nvPicPr>
          <p:cNvPr id="187" name="Picture 2" descr=""/>
          <p:cNvPicPr/>
          <p:nvPr/>
        </p:nvPicPr>
        <p:blipFill>
          <a:blip r:embed="rId1"/>
          <a:stretch/>
        </p:blipFill>
        <p:spPr>
          <a:xfrm>
            <a:off x="7714800" y="1252080"/>
            <a:ext cx="9615600" cy="6407640"/>
          </a:xfrm>
          <a:prstGeom prst="rect">
            <a:avLst/>
          </a:prstGeom>
          <a:ln>
            <a:noFill/>
          </a:ln>
        </p:spPr>
      </p:pic>
      <p:sp>
        <p:nvSpPr>
          <p:cNvPr id="188" name="CustomShape 21"/>
          <p:cNvSpPr/>
          <p:nvPr/>
        </p:nvSpPr>
        <p:spPr>
          <a:xfrm>
            <a:off x="440280" y="3281760"/>
            <a:ext cx="7014960" cy="557568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4000" spc="-1" strike="noStrike">
                <a:solidFill>
                  <a:srgbClr val="ffffff"/>
                </a:solidFill>
                <a:latin typeface="Times New Roman"/>
                <a:ea typeface="Arial"/>
              </a:rPr>
              <a:t>The Intelligent Headlight Dimmer circuit uses an LDR with an LM358 comparator to detect glare from oncoming vehicles. A 555 timer prevents flicker, and a relay automatically switches headlights from high beam to low beam, ensuring safer night driving.</a:t>
            </a:r>
            <a:endParaRPr b="0" lang="en-US" sz="4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89" name="CustomShape 1"/>
          <p:cNvSpPr/>
          <p:nvPr/>
        </p:nvSpPr>
        <p:spPr>
          <a:xfrm>
            <a:off x="689760" y="444240"/>
            <a:ext cx="8545680" cy="121932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8000" spc="-1" strike="noStrike">
                <a:solidFill>
                  <a:srgbClr val="ffffff"/>
                </a:solidFill>
                <a:latin typeface="DM Sans"/>
                <a:ea typeface="DM Sans"/>
              </a:rPr>
              <a:t>PROTOTYPE</a:t>
            </a:r>
            <a:endParaRPr b="0" lang="en-US" sz="8000" spc="-1" strike="noStrike">
              <a:latin typeface="Arial"/>
            </a:endParaRPr>
          </a:p>
        </p:txBody>
      </p:sp>
      <p:sp>
        <p:nvSpPr>
          <p:cNvPr id="190" name="CustomShape 2"/>
          <p:cNvSpPr/>
          <p:nvPr/>
        </p:nvSpPr>
        <p:spPr>
          <a:xfrm>
            <a:off x="11069640" y="8793000"/>
            <a:ext cx="2032920" cy="319320"/>
          </a:xfrm>
          <a:prstGeom prst="rect">
            <a:avLst/>
          </a:prstGeom>
          <a:noFill/>
          <a:ln>
            <a:noFill/>
          </a:ln>
        </p:spPr>
        <p:style>
          <a:lnRef idx="0"/>
          <a:fillRef idx="0"/>
          <a:effectRef idx="0"/>
          <a:fontRef idx="minor"/>
        </p:style>
        <p:txBody>
          <a:bodyPr lIns="0" rIns="0" tIns="0" bIns="0">
            <a:spAutoFit/>
          </a:bodyPr>
          <a:p>
            <a:pPr algn="ctr">
              <a:lnSpc>
                <a:spcPct val="150000"/>
              </a:lnSpc>
            </a:pPr>
            <a:r>
              <a:rPr b="0" lang="en-US" sz="1400" spc="-1" strike="noStrike">
                <a:solidFill>
                  <a:srgbClr val="000000"/>
                </a:solidFill>
                <a:latin typeface="Arial"/>
                <a:ea typeface="Arial"/>
              </a:rPr>
              <a:t>Number of years</a:t>
            </a:r>
            <a:endParaRPr b="0" lang="en-US" sz="1400" spc="-1" strike="noStrike">
              <a:latin typeface="Arial"/>
            </a:endParaRPr>
          </a:p>
        </p:txBody>
      </p:sp>
      <p:sp>
        <p:nvSpPr>
          <p:cNvPr id="191" name="CustomShape 3"/>
          <p:cNvSpPr/>
          <p:nvPr/>
        </p:nvSpPr>
        <p:spPr>
          <a:xfrm rot="16200000">
            <a:off x="6149880" y="5007240"/>
            <a:ext cx="2032920" cy="319320"/>
          </a:xfrm>
          <a:prstGeom prst="rect">
            <a:avLst/>
          </a:prstGeom>
          <a:noFill/>
          <a:ln>
            <a:noFill/>
          </a:ln>
        </p:spPr>
        <p:style>
          <a:lnRef idx="0"/>
          <a:fillRef idx="0"/>
          <a:effectRef idx="0"/>
          <a:fontRef idx="minor"/>
        </p:style>
        <p:txBody>
          <a:bodyPr lIns="0" rIns="0" tIns="0" bIns="0">
            <a:spAutoFit/>
          </a:bodyPr>
          <a:p>
            <a:pPr algn="ctr">
              <a:lnSpc>
                <a:spcPct val="150000"/>
              </a:lnSpc>
            </a:pPr>
            <a:r>
              <a:rPr b="0" lang="en-US" sz="1400" spc="-1" strike="noStrike">
                <a:solidFill>
                  <a:srgbClr val="000000"/>
                </a:solidFill>
                <a:latin typeface="Arial"/>
                <a:ea typeface="Arial"/>
              </a:rPr>
              <a:t>Amount</a:t>
            </a:r>
            <a:endParaRPr b="0" lang="en-US" sz="1400" spc="-1" strike="noStrike">
              <a:latin typeface="Arial"/>
            </a:endParaRPr>
          </a:p>
        </p:txBody>
      </p:sp>
      <p:sp>
        <p:nvSpPr>
          <p:cNvPr id="192" name="CustomShape 4"/>
          <p:cNvSpPr/>
          <p:nvPr/>
        </p:nvSpPr>
        <p:spPr>
          <a:xfrm>
            <a:off x="1028880" y="9244080"/>
            <a:ext cx="496980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grpSp>
        <p:nvGrpSpPr>
          <p:cNvPr id="193" name="Group 5"/>
          <p:cNvGrpSpPr/>
          <p:nvPr/>
        </p:nvGrpSpPr>
        <p:grpSpPr>
          <a:xfrm>
            <a:off x="17538120" y="-1664280"/>
            <a:ext cx="3995280" cy="13169520"/>
            <a:chOff x="17538120" y="-1664280"/>
            <a:chExt cx="3995280" cy="13169520"/>
          </a:xfrm>
        </p:grpSpPr>
        <p:grpSp>
          <p:nvGrpSpPr>
            <p:cNvPr id="194" name="Group 6"/>
            <p:cNvGrpSpPr/>
            <p:nvPr/>
          </p:nvGrpSpPr>
          <p:grpSpPr>
            <a:xfrm>
              <a:off x="17538120" y="-1391400"/>
              <a:ext cx="3995280" cy="12466800"/>
              <a:chOff x="17538120" y="-1391400"/>
              <a:chExt cx="3995280" cy="12466800"/>
            </a:xfrm>
          </p:grpSpPr>
          <p:sp>
            <p:nvSpPr>
              <p:cNvPr id="195" name="CustomShape 7"/>
              <p:cNvSpPr/>
              <p:nvPr/>
            </p:nvSpPr>
            <p:spPr>
              <a:xfrm>
                <a:off x="17538120" y="-788400"/>
                <a:ext cx="3995280" cy="118638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96" name="CustomShape 8"/>
              <p:cNvSpPr/>
              <p:nvPr/>
            </p:nvSpPr>
            <p:spPr>
              <a:xfrm>
                <a:off x="17538120" y="-1391400"/>
                <a:ext cx="3995280" cy="12466440"/>
              </a:xfrm>
              <a:prstGeom prst="rect">
                <a:avLst/>
              </a:prstGeom>
              <a:noFill/>
              <a:ln>
                <a:noFill/>
              </a:ln>
            </p:spPr>
            <p:style>
              <a:lnRef idx="0"/>
              <a:fillRef idx="0"/>
              <a:effectRef idx="0"/>
              <a:fontRef idx="minor"/>
            </p:style>
          </p:sp>
        </p:grpSp>
        <p:grpSp>
          <p:nvGrpSpPr>
            <p:cNvPr id="197" name="Group 9"/>
            <p:cNvGrpSpPr/>
            <p:nvPr/>
          </p:nvGrpSpPr>
          <p:grpSpPr>
            <a:xfrm>
              <a:off x="17797680" y="-542520"/>
              <a:ext cx="3476160" cy="10847520"/>
              <a:chOff x="17797680" y="-542520"/>
              <a:chExt cx="3476160" cy="10847520"/>
            </a:xfrm>
          </p:grpSpPr>
          <p:sp>
            <p:nvSpPr>
              <p:cNvPr id="198" name="CustomShape 10"/>
              <p:cNvSpPr/>
              <p:nvPr/>
            </p:nvSpPr>
            <p:spPr>
              <a:xfrm>
                <a:off x="17797680" y="-18000"/>
                <a:ext cx="3476160" cy="103230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199" name="CustomShape 11"/>
              <p:cNvSpPr/>
              <p:nvPr/>
            </p:nvSpPr>
            <p:spPr>
              <a:xfrm>
                <a:off x="17797680" y="-542520"/>
                <a:ext cx="3476160" cy="10847160"/>
              </a:xfrm>
              <a:prstGeom prst="rect">
                <a:avLst/>
              </a:prstGeom>
              <a:noFill/>
              <a:ln>
                <a:noFill/>
              </a:ln>
            </p:spPr>
            <p:style>
              <a:lnRef idx="0"/>
              <a:fillRef idx="0"/>
              <a:effectRef idx="0"/>
              <a:fontRef idx="minor"/>
            </p:style>
          </p:sp>
        </p:grpSp>
        <p:grpSp>
          <p:nvGrpSpPr>
            <p:cNvPr id="200" name="Group 12"/>
            <p:cNvGrpSpPr/>
            <p:nvPr/>
          </p:nvGrpSpPr>
          <p:grpSpPr>
            <a:xfrm>
              <a:off x="18056880" y="-777960"/>
              <a:ext cx="2957400" cy="11396520"/>
              <a:chOff x="18056880" y="-777960"/>
              <a:chExt cx="2957400" cy="11396520"/>
            </a:xfrm>
          </p:grpSpPr>
          <p:sp>
            <p:nvSpPr>
              <p:cNvPr id="201" name="CustomShape 13"/>
              <p:cNvSpPr/>
              <p:nvPr/>
            </p:nvSpPr>
            <p:spPr>
              <a:xfrm>
                <a:off x="18056880" y="-331920"/>
                <a:ext cx="2957400" cy="10950480"/>
              </a:xfrm>
              <a:custGeom>
                <a:avLst/>
                <a:gdLst/>
                <a:ahLst/>
                <a:rect l="l" t="t" r="r" b="b"/>
                <a:pathLst>
                  <a:path w="315691" h="1168844">
                    <a:moveTo>
                      <a:pt x="0" y="0"/>
                    </a:moveTo>
                    <a:lnTo>
                      <a:pt x="315691" y="0"/>
                    </a:lnTo>
                    <a:lnTo>
                      <a:pt x="315691"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02" name="CustomShape 14"/>
              <p:cNvSpPr/>
              <p:nvPr/>
            </p:nvSpPr>
            <p:spPr>
              <a:xfrm>
                <a:off x="18056880" y="-777960"/>
                <a:ext cx="2957400" cy="11396520"/>
              </a:xfrm>
              <a:prstGeom prst="rect">
                <a:avLst/>
              </a:prstGeom>
              <a:noFill/>
              <a:ln>
                <a:noFill/>
              </a:ln>
            </p:spPr>
            <p:style>
              <a:lnRef idx="0"/>
              <a:fillRef idx="0"/>
              <a:effectRef idx="0"/>
              <a:fontRef idx="minor"/>
            </p:style>
          </p:sp>
        </p:grpSp>
        <p:grpSp>
          <p:nvGrpSpPr>
            <p:cNvPr id="203" name="Group 15"/>
            <p:cNvGrpSpPr/>
            <p:nvPr/>
          </p:nvGrpSpPr>
          <p:grpSpPr>
            <a:xfrm>
              <a:off x="18316440" y="-777960"/>
              <a:ext cx="2438280" cy="11396520"/>
              <a:chOff x="18316440" y="-777960"/>
              <a:chExt cx="2438280" cy="11396520"/>
            </a:xfrm>
          </p:grpSpPr>
          <p:sp>
            <p:nvSpPr>
              <p:cNvPr id="204" name="CustomShape 16"/>
              <p:cNvSpPr/>
              <p:nvPr/>
            </p:nvSpPr>
            <p:spPr>
              <a:xfrm>
                <a:off x="18316440" y="-331920"/>
                <a:ext cx="2438280" cy="10950480"/>
              </a:xfrm>
              <a:custGeom>
                <a:avLst/>
                <a:gdLst/>
                <a:ahLst/>
                <a:rect l="l" t="t" r="r" b="b"/>
                <a:pathLst>
                  <a:path w="260307" h="1168844">
                    <a:moveTo>
                      <a:pt x="0" y="0"/>
                    </a:moveTo>
                    <a:lnTo>
                      <a:pt x="260307" y="0"/>
                    </a:lnTo>
                    <a:lnTo>
                      <a:pt x="260307"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05" name="CustomShape 17"/>
              <p:cNvSpPr/>
              <p:nvPr/>
            </p:nvSpPr>
            <p:spPr>
              <a:xfrm>
                <a:off x="18316440" y="-777960"/>
                <a:ext cx="2438280" cy="11396520"/>
              </a:xfrm>
              <a:prstGeom prst="rect">
                <a:avLst/>
              </a:prstGeom>
              <a:noFill/>
              <a:ln>
                <a:noFill/>
              </a:ln>
            </p:spPr>
            <p:style>
              <a:lnRef idx="0"/>
              <a:fillRef idx="0"/>
              <a:effectRef idx="0"/>
              <a:fontRef idx="minor"/>
            </p:style>
          </p:sp>
        </p:grpSp>
        <p:grpSp>
          <p:nvGrpSpPr>
            <p:cNvPr id="206" name="Group 18"/>
            <p:cNvGrpSpPr/>
            <p:nvPr/>
          </p:nvGrpSpPr>
          <p:grpSpPr>
            <a:xfrm>
              <a:off x="18576000" y="-1664280"/>
              <a:ext cx="1919520" cy="13169520"/>
              <a:chOff x="18576000" y="-1664280"/>
              <a:chExt cx="1919520" cy="13169520"/>
            </a:xfrm>
          </p:grpSpPr>
          <p:sp>
            <p:nvSpPr>
              <p:cNvPr id="207" name="CustomShape 19"/>
              <p:cNvSpPr/>
              <p:nvPr/>
            </p:nvSpPr>
            <p:spPr>
              <a:xfrm>
                <a:off x="18576000" y="-1218240"/>
                <a:ext cx="1919520" cy="12723120"/>
              </a:xfrm>
              <a:custGeom>
                <a:avLst/>
                <a:gdLst/>
                <a:ahLst/>
                <a:rect l="l" t="t" r="r" b="b"/>
                <a:pathLst>
                  <a:path w="204922" h="1358058">
                    <a:moveTo>
                      <a:pt x="0" y="0"/>
                    </a:moveTo>
                    <a:lnTo>
                      <a:pt x="204922" y="0"/>
                    </a:lnTo>
                    <a:lnTo>
                      <a:pt x="204922" y="1358058"/>
                    </a:lnTo>
                    <a:lnTo>
                      <a:pt x="0" y="1358058"/>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08" name="CustomShape 20"/>
              <p:cNvSpPr/>
              <p:nvPr/>
            </p:nvSpPr>
            <p:spPr>
              <a:xfrm>
                <a:off x="18576000" y="-1664280"/>
                <a:ext cx="1919520" cy="13169520"/>
              </a:xfrm>
              <a:prstGeom prst="rect">
                <a:avLst/>
              </a:prstGeom>
              <a:noFill/>
              <a:ln>
                <a:noFill/>
              </a:ln>
            </p:spPr>
            <p:style>
              <a:lnRef idx="0"/>
              <a:fillRef idx="0"/>
              <a:effectRef idx="0"/>
              <a:fontRef idx="minor"/>
            </p:style>
          </p:sp>
        </p:grpSp>
      </p:grpSp>
      <p:sp>
        <p:nvSpPr>
          <p:cNvPr id="209" name="CustomShape 21"/>
          <p:cNvSpPr/>
          <p:nvPr/>
        </p:nvSpPr>
        <p:spPr>
          <a:xfrm>
            <a:off x="1188720" y="2926080"/>
            <a:ext cx="7014960" cy="435672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4000" spc="-1" strike="noStrike">
                <a:solidFill>
                  <a:srgbClr val="ffffff"/>
                </a:solidFill>
                <a:latin typeface="Times New Roman"/>
                <a:ea typeface="Arial"/>
              </a:rPr>
              <a:t>The prototype of the Intelligent Vehicle Headlight Dimmer is a small-scale working model that automatically adjusts a vehicle’s headlight from high beam to low beam using an LDR sensor and a microcontroller. </a:t>
            </a:r>
            <a:endParaRPr b="0" lang="en-US" sz="4000" spc="-1" strike="noStrike">
              <a:latin typeface="Arial"/>
            </a:endParaRPr>
          </a:p>
        </p:txBody>
      </p:sp>
      <p:pic>
        <p:nvPicPr>
          <p:cNvPr id="210" name="" descr=""/>
          <p:cNvPicPr/>
          <p:nvPr/>
        </p:nvPicPr>
        <p:blipFill>
          <a:blip r:embed="rId1"/>
          <a:stretch/>
        </p:blipFill>
        <p:spPr>
          <a:xfrm>
            <a:off x="9509760" y="1097640"/>
            <a:ext cx="7543440" cy="7131960"/>
          </a:xfrm>
          <a:prstGeom prst="rect">
            <a:avLst/>
          </a:prstGeom>
          <a:ln>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11" name="CustomShape 1"/>
          <p:cNvSpPr/>
          <p:nvPr/>
        </p:nvSpPr>
        <p:spPr>
          <a:xfrm>
            <a:off x="1028880" y="9035280"/>
            <a:ext cx="496980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sp>
        <p:nvSpPr>
          <p:cNvPr id="212" name="CustomShape 2"/>
          <p:cNvSpPr/>
          <p:nvPr/>
        </p:nvSpPr>
        <p:spPr>
          <a:xfrm>
            <a:off x="822960" y="1060200"/>
            <a:ext cx="7213320" cy="243828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8000" spc="-1" strike="noStrike">
                <a:solidFill>
                  <a:srgbClr val="ffffff"/>
                </a:solidFill>
                <a:latin typeface="DM Sans"/>
                <a:ea typeface="DM Sans"/>
              </a:rPr>
              <a:t>WORKING PRINCIPLE</a:t>
            </a:r>
            <a:endParaRPr b="0" lang="en-US" sz="8000" spc="-1" strike="noStrike">
              <a:latin typeface="Arial"/>
            </a:endParaRPr>
          </a:p>
        </p:txBody>
      </p:sp>
      <p:sp>
        <p:nvSpPr>
          <p:cNvPr id="213" name="CustomShape 3"/>
          <p:cNvSpPr/>
          <p:nvPr/>
        </p:nvSpPr>
        <p:spPr>
          <a:xfrm>
            <a:off x="1118520" y="4388760"/>
            <a:ext cx="6928200" cy="2743560"/>
          </a:xfrm>
          <a:prstGeom prst="rect">
            <a:avLst/>
          </a:prstGeom>
          <a:noFill/>
          <a:ln>
            <a:noFill/>
          </a:ln>
        </p:spPr>
        <p:style>
          <a:lnRef idx="0"/>
          <a:fillRef idx="0"/>
          <a:effectRef idx="0"/>
          <a:fontRef idx="minor"/>
        </p:style>
        <p:txBody>
          <a:bodyPr lIns="0" rIns="0" tIns="0" bIns="0">
            <a:spAutoFit/>
          </a:bodyPr>
          <a:p>
            <a:pPr algn="just">
              <a:lnSpc>
                <a:spcPct val="100000"/>
              </a:lnSpc>
            </a:pPr>
            <a:r>
              <a:rPr b="0" lang="en-US" sz="3600" spc="-1" strike="noStrike">
                <a:solidFill>
                  <a:srgbClr val="ffffff"/>
                </a:solidFill>
                <a:latin typeface="Times New Roman"/>
                <a:ea typeface="Arial"/>
              </a:rPr>
              <a:t>The Intelligent Headlight Dimmer automatically adjusts headlight brightness based on ambient light or oncoming vehicles using sensors and a control circuit.</a:t>
            </a:r>
            <a:endParaRPr b="0" lang="en-US" sz="3600" spc="-1" strike="noStrike">
              <a:latin typeface="Arial"/>
            </a:endParaRPr>
          </a:p>
        </p:txBody>
      </p:sp>
      <p:grpSp>
        <p:nvGrpSpPr>
          <p:cNvPr id="214" name="Group 4"/>
          <p:cNvGrpSpPr/>
          <p:nvPr/>
        </p:nvGrpSpPr>
        <p:grpSpPr>
          <a:xfrm>
            <a:off x="-2519280" y="-3271680"/>
            <a:ext cx="25040520" cy="3995280"/>
            <a:chOff x="-2519280" y="-3271680"/>
            <a:chExt cx="25040520" cy="3995280"/>
          </a:xfrm>
        </p:grpSpPr>
        <p:grpSp>
          <p:nvGrpSpPr>
            <p:cNvPr id="215" name="Group 5"/>
            <p:cNvGrpSpPr/>
            <p:nvPr/>
          </p:nvGrpSpPr>
          <p:grpSpPr>
            <a:xfrm>
              <a:off x="-1688760" y="-3271680"/>
              <a:ext cx="23535720" cy="3995280"/>
              <a:chOff x="-1688760" y="-3271680"/>
              <a:chExt cx="23535720" cy="3995280"/>
            </a:xfrm>
          </p:grpSpPr>
          <p:sp>
            <p:nvSpPr>
              <p:cNvPr id="216" name="CustomShape 6"/>
              <p:cNvSpPr/>
              <p:nvPr/>
            </p:nvSpPr>
            <p:spPr>
              <a:xfrm rot="5400000">
                <a:off x="7780320" y="-12740400"/>
                <a:ext cx="3995280" cy="2293272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17" name="CustomShape 7"/>
              <p:cNvSpPr/>
              <p:nvPr/>
            </p:nvSpPr>
            <p:spPr>
              <a:xfrm rot="5400000">
                <a:off x="8081280" y="-13041720"/>
                <a:ext cx="3995280" cy="23535720"/>
              </a:xfrm>
              <a:prstGeom prst="rect">
                <a:avLst/>
              </a:prstGeom>
              <a:noFill/>
              <a:ln>
                <a:noFill/>
              </a:ln>
            </p:spPr>
            <p:style>
              <a:lnRef idx="0"/>
              <a:fillRef idx="0"/>
              <a:effectRef idx="0"/>
              <a:fontRef idx="minor"/>
            </p:style>
          </p:sp>
        </p:grpSp>
        <p:grpSp>
          <p:nvGrpSpPr>
            <p:cNvPr id="218" name="Group 8"/>
            <p:cNvGrpSpPr/>
            <p:nvPr/>
          </p:nvGrpSpPr>
          <p:grpSpPr>
            <a:xfrm>
              <a:off x="-199440" y="-3012120"/>
              <a:ext cx="20478960" cy="3476160"/>
              <a:chOff x="-199440" y="-3012120"/>
              <a:chExt cx="20478960" cy="3476160"/>
            </a:xfrm>
          </p:grpSpPr>
          <p:sp>
            <p:nvSpPr>
              <p:cNvPr id="219" name="CustomShape 9"/>
              <p:cNvSpPr/>
              <p:nvPr/>
            </p:nvSpPr>
            <p:spPr>
              <a:xfrm rot="5400000">
                <a:off x="8039520" y="-11251080"/>
                <a:ext cx="3476160" cy="1995444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20" name="CustomShape 10"/>
              <p:cNvSpPr/>
              <p:nvPr/>
            </p:nvSpPr>
            <p:spPr>
              <a:xfrm rot="5400000">
                <a:off x="8301960" y="-11513520"/>
                <a:ext cx="3476160" cy="20478960"/>
              </a:xfrm>
              <a:prstGeom prst="rect">
                <a:avLst/>
              </a:prstGeom>
              <a:noFill/>
              <a:ln>
                <a:noFill/>
              </a:ln>
            </p:spPr>
            <p:style>
              <a:lnRef idx="0"/>
              <a:fillRef idx="0"/>
              <a:effectRef idx="0"/>
              <a:fontRef idx="minor"/>
            </p:style>
          </p:sp>
        </p:grpSp>
        <p:grpSp>
          <p:nvGrpSpPr>
            <p:cNvPr id="221" name="Group 11"/>
            <p:cNvGrpSpPr/>
            <p:nvPr/>
          </p:nvGrpSpPr>
          <p:grpSpPr>
            <a:xfrm>
              <a:off x="-806040" y="-2752560"/>
              <a:ext cx="21614040" cy="2957400"/>
              <a:chOff x="-806040" y="-2752560"/>
              <a:chExt cx="21614040" cy="2957400"/>
            </a:xfrm>
          </p:grpSpPr>
          <p:sp>
            <p:nvSpPr>
              <p:cNvPr id="222" name="CustomShape 12"/>
              <p:cNvSpPr/>
              <p:nvPr/>
            </p:nvSpPr>
            <p:spPr>
              <a:xfrm rot="5400000">
                <a:off x="8299080" y="-11857680"/>
                <a:ext cx="2957400" cy="21167640"/>
              </a:xfrm>
              <a:custGeom>
                <a:avLst/>
                <a:gdLst/>
                <a:ahLst/>
                <a:rect l="l" t="t" r="r" b="b"/>
                <a:pathLst>
                  <a:path w="315691" h="2259385">
                    <a:moveTo>
                      <a:pt x="0" y="0"/>
                    </a:moveTo>
                    <a:lnTo>
                      <a:pt x="315691" y="0"/>
                    </a:lnTo>
                    <a:lnTo>
                      <a:pt x="315691"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23" name="CustomShape 13"/>
              <p:cNvSpPr/>
              <p:nvPr/>
            </p:nvSpPr>
            <p:spPr>
              <a:xfrm rot="5400000">
                <a:off x="8522280" y="-12080520"/>
                <a:ext cx="2957400" cy="21613680"/>
              </a:xfrm>
              <a:prstGeom prst="rect">
                <a:avLst/>
              </a:prstGeom>
              <a:noFill/>
              <a:ln>
                <a:noFill/>
              </a:ln>
            </p:spPr>
            <p:style>
              <a:lnRef idx="0"/>
              <a:fillRef idx="0"/>
              <a:effectRef idx="0"/>
              <a:fontRef idx="minor"/>
            </p:style>
          </p:sp>
        </p:grpSp>
        <p:grpSp>
          <p:nvGrpSpPr>
            <p:cNvPr id="224" name="Group 14"/>
            <p:cNvGrpSpPr/>
            <p:nvPr/>
          </p:nvGrpSpPr>
          <p:grpSpPr>
            <a:xfrm>
              <a:off x="-806040" y="-2493360"/>
              <a:ext cx="21614040" cy="2438280"/>
              <a:chOff x="-806040" y="-2493360"/>
              <a:chExt cx="21614040" cy="2438280"/>
            </a:xfrm>
          </p:grpSpPr>
          <p:sp>
            <p:nvSpPr>
              <p:cNvPr id="225" name="CustomShape 15"/>
              <p:cNvSpPr/>
              <p:nvPr/>
            </p:nvSpPr>
            <p:spPr>
              <a:xfrm rot="5400000">
                <a:off x="8558640" y="-11858040"/>
                <a:ext cx="2438280" cy="21167640"/>
              </a:xfrm>
              <a:custGeom>
                <a:avLst/>
                <a:gdLst/>
                <a:ahLst/>
                <a:rect l="l" t="t" r="r" b="b"/>
                <a:pathLst>
                  <a:path w="260307" h="2259385">
                    <a:moveTo>
                      <a:pt x="0" y="0"/>
                    </a:moveTo>
                    <a:lnTo>
                      <a:pt x="260307" y="0"/>
                    </a:lnTo>
                    <a:lnTo>
                      <a:pt x="260307"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26" name="CustomShape 16"/>
              <p:cNvSpPr/>
              <p:nvPr/>
            </p:nvSpPr>
            <p:spPr>
              <a:xfrm rot="5400000">
                <a:off x="8781840" y="-12080880"/>
                <a:ext cx="2438280" cy="21613680"/>
              </a:xfrm>
              <a:prstGeom prst="rect">
                <a:avLst/>
              </a:prstGeom>
              <a:noFill/>
              <a:ln>
                <a:noFill/>
              </a:ln>
            </p:spPr>
            <p:style>
              <a:lnRef idx="0"/>
              <a:fillRef idx="0"/>
              <a:effectRef idx="0"/>
              <a:fontRef idx="minor"/>
            </p:style>
          </p:sp>
        </p:grpSp>
        <p:grpSp>
          <p:nvGrpSpPr>
            <p:cNvPr id="227" name="Group 17"/>
            <p:cNvGrpSpPr/>
            <p:nvPr/>
          </p:nvGrpSpPr>
          <p:grpSpPr>
            <a:xfrm>
              <a:off x="-2519280" y="-2233800"/>
              <a:ext cx="25040520" cy="1919520"/>
              <a:chOff x="-2519280" y="-2233800"/>
              <a:chExt cx="25040520" cy="1919520"/>
            </a:xfrm>
          </p:grpSpPr>
          <p:sp>
            <p:nvSpPr>
              <p:cNvPr id="228" name="CustomShape 18"/>
              <p:cNvSpPr/>
              <p:nvPr/>
            </p:nvSpPr>
            <p:spPr>
              <a:xfrm rot="5400000">
                <a:off x="8818200" y="-13571280"/>
                <a:ext cx="1919520" cy="24594480"/>
              </a:xfrm>
              <a:custGeom>
                <a:avLst/>
                <a:gdLst/>
                <a:ahLst/>
                <a:rect l="l" t="t" r="r" b="b"/>
                <a:pathLst>
                  <a:path w="204922" h="2625136">
                    <a:moveTo>
                      <a:pt x="0" y="0"/>
                    </a:moveTo>
                    <a:lnTo>
                      <a:pt x="204922" y="0"/>
                    </a:lnTo>
                    <a:lnTo>
                      <a:pt x="204922" y="2625136"/>
                    </a:lnTo>
                    <a:lnTo>
                      <a:pt x="0" y="2625136"/>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29" name="CustomShape 19"/>
              <p:cNvSpPr/>
              <p:nvPr/>
            </p:nvSpPr>
            <p:spPr>
              <a:xfrm rot="5400000">
                <a:off x="9041040" y="-13794120"/>
                <a:ext cx="1919520" cy="25040520"/>
              </a:xfrm>
              <a:prstGeom prst="rect">
                <a:avLst/>
              </a:prstGeom>
              <a:noFill/>
              <a:ln>
                <a:noFill/>
              </a:ln>
            </p:spPr>
            <p:style>
              <a:lnRef idx="0"/>
              <a:fillRef idx="0"/>
              <a:effectRef idx="0"/>
              <a:fontRef idx="minor"/>
            </p:style>
          </p:sp>
        </p:grpSp>
      </p:grpSp>
      <p:pic>
        <p:nvPicPr>
          <p:cNvPr id="230" name="Picture 2" descr=""/>
          <p:cNvPicPr/>
          <p:nvPr/>
        </p:nvPicPr>
        <p:blipFill>
          <a:blip r:embed="rId1"/>
          <a:stretch/>
        </p:blipFill>
        <p:spPr>
          <a:xfrm>
            <a:off x="10000800" y="1060200"/>
            <a:ext cx="6857640" cy="8165880"/>
          </a:xfrm>
          <a:prstGeom prst="rect">
            <a:avLst/>
          </a:prstGeom>
          <a:ln>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31" name="CustomShape 1"/>
          <p:cNvSpPr/>
          <p:nvPr/>
        </p:nvSpPr>
        <p:spPr>
          <a:xfrm>
            <a:off x="1028880" y="9035280"/>
            <a:ext cx="496980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sp>
        <p:nvSpPr>
          <p:cNvPr id="232" name="CustomShape 2"/>
          <p:cNvSpPr/>
          <p:nvPr/>
        </p:nvSpPr>
        <p:spPr>
          <a:xfrm>
            <a:off x="822960" y="1060200"/>
            <a:ext cx="7213320" cy="243756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8000" spc="-1" strike="noStrike">
                <a:solidFill>
                  <a:srgbClr val="ffffff"/>
                </a:solidFill>
                <a:latin typeface="DM Sans"/>
                <a:ea typeface="DM Sans"/>
              </a:rPr>
              <a:t>WORKING </a:t>
            </a:r>
            <a:endParaRPr b="0" lang="en-US" sz="8000" spc="-1" strike="noStrike">
              <a:latin typeface="Arial"/>
            </a:endParaRPr>
          </a:p>
          <a:p>
            <a:pPr algn="ctr">
              <a:lnSpc>
                <a:spcPct val="100000"/>
              </a:lnSpc>
            </a:pPr>
            <a:r>
              <a:rPr b="1" lang="en-US" sz="8000" spc="-1" strike="noStrike">
                <a:solidFill>
                  <a:srgbClr val="ffffff"/>
                </a:solidFill>
                <a:latin typeface="DM Sans"/>
                <a:ea typeface="DM Sans"/>
              </a:rPr>
              <a:t>DEMO</a:t>
            </a:r>
            <a:endParaRPr b="0" lang="en-US" sz="8000" spc="-1" strike="noStrike">
              <a:latin typeface="Arial"/>
            </a:endParaRPr>
          </a:p>
        </p:txBody>
      </p:sp>
      <p:sp>
        <p:nvSpPr>
          <p:cNvPr id="233" name="CustomShape 3"/>
          <p:cNvSpPr/>
          <p:nvPr/>
        </p:nvSpPr>
        <p:spPr>
          <a:xfrm>
            <a:off x="822960" y="3840480"/>
            <a:ext cx="8208360" cy="4389480"/>
          </a:xfrm>
          <a:prstGeom prst="rect">
            <a:avLst/>
          </a:prstGeom>
          <a:noFill/>
          <a:ln>
            <a:noFill/>
          </a:ln>
        </p:spPr>
        <p:style>
          <a:lnRef idx="0"/>
          <a:fillRef idx="0"/>
          <a:effectRef idx="0"/>
          <a:fontRef idx="minor"/>
        </p:style>
        <p:txBody>
          <a:bodyPr lIns="0" rIns="0" tIns="0" bIns="0">
            <a:spAutoFit/>
          </a:bodyPr>
          <a:p>
            <a:pPr algn="just">
              <a:lnSpc>
                <a:spcPct val="100000"/>
              </a:lnSpc>
            </a:pPr>
            <a:r>
              <a:rPr b="0" lang="en-US" sz="3600" spc="-1" strike="noStrike">
                <a:solidFill>
                  <a:srgbClr val="ffffff"/>
                </a:solidFill>
                <a:latin typeface="Times New Roman"/>
                <a:ea typeface="Arial"/>
              </a:rPr>
              <a:t>The working demo shows an LDR sensing bright light from an oncoming vehicle and sending the signal to a microcontroller, which instantly switches the headlight from high beam to low beam. When the light reduces, the system restores the high beam. This prototype effectively demonstrates automatic glare-free night driving.</a:t>
            </a:r>
            <a:endParaRPr b="0" lang="en-US" sz="3600" spc="-1" strike="noStrike">
              <a:latin typeface="Arial"/>
            </a:endParaRPr>
          </a:p>
        </p:txBody>
      </p:sp>
      <p:grpSp>
        <p:nvGrpSpPr>
          <p:cNvPr id="234" name="Group 4"/>
          <p:cNvGrpSpPr/>
          <p:nvPr/>
        </p:nvGrpSpPr>
        <p:grpSpPr>
          <a:xfrm>
            <a:off x="-2519280" y="-3271680"/>
            <a:ext cx="25040520" cy="3995280"/>
            <a:chOff x="-2519280" y="-3271680"/>
            <a:chExt cx="25040520" cy="3995280"/>
          </a:xfrm>
        </p:grpSpPr>
        <p:grpSp>
          <p:nvGrpSpPr>
            <p:cNvPr id="235" name="Group 5"/>
            <p:cNvGrpSpPr/>
            <p:nvPr/>
          </p:nvGrpSpPr>
          <p:grpSpPr>
            <a:xfrm>
              <a:off x="-1688760" y="-3271680"/>
              <a:ext cx="23535720" cy="3995280"/>
              <a:chOff x="-1688760" y="-3271680"/>
              <a:chExt cx="23535720" cy="3995280"/>
            </a:xfrm>
          </p:grpSpPr>
          <p:sp>
            <p:nvSpPr>
              <p:cNvPr id="236" name="CustomShape 6"/>
              <p:cNvSpPr/>
              <p:nvPr/>
            </p:nvSpPr>
            <p:spPr>
              <a:xfrm rot="5400000">
                <a:off x="7780320" y="-12740400"/>
                <a:ext cx="3995280" cy="2293272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37" name="CustomShape 7"/>
              <p:cNvSpPr/>
              <p:nvPr/>
            </p:nvSpPr>
            <p:spPr>
              <a:xfrm rot="5400000">
                <a:off x="8081280" y="-13041720"/>
                <a:ext cx="3995280" cy="23535720"/>
              </a:xfrm>
              <a:prstGeom prst="rect">
                <a:avLst/>
              </a:prstGeom>
              <a:noFill/>
              <a:ln>
                <a:noFill/>
              </a:ln>
            </p:spPr>
            <p:style>
              <a:lnRef idx="0"/>
              <a:fillRef idx="0"/>
              <a:effectRef idx="0"/>
              <a:fontRef idx="minor"/>
            </p:style>
          </p:sp>
        </p:grpSp>
        <p:grpSp>
          <p:nvGrpSpPr>
            <p:cNvPr id="238" name="Group 8"/>
            <p:cNvGrpSpPr/>
            <p:nvPr/>
          </p:nvGrpSpPr>
          <p:grpSpPr>
            <a:xfrm>
              <a:off x="-199440" y="-3012120"/>
              <a:ext cx="20478960" cy="3476160"/>
              <a:chOff x="-199440" y="-3012120"/>
              <a:chExt cx="20478960" cy="3476160"/>
            </a:xfrm>
          </p:grpSpPr>
          <p:sp>
            <p:nvSpPr>
              <p:cNvPr id="239" name="CustomShape 9"/>
              <p:cNvSpPr/>
              <p:nvPr/>
            </p:nvSpPr>
            <p:spPr>
              <a:xfrm rot="5400000">
                <a:off x="8039520" y="-11251080"/>
                <a:ext cx="3476160" cy="1995444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40" name="CustomShape 10"/>
              <p:cNvSpPr/>
              <p:nvPr/>
            </p:nvSpPr>
            <p:spPr>
              <a:xfrm rot="5400000">
                <a:off x="8301960" y="-11513520"/>
                <a:ext cx="3476160" cy="20478960"/>
              </a:xfrm>
              <a:prstGeom prst="rect">
                <a:avLst/>
              </a:prstGeom>
              <a:noFill/>
              <a:ln>
                <a:noFill/>
              </a:ln>
            </p:spPr>
            <p:style>
              <a:lnRef idx="0"/>
              <a:fillRef idx="0"/>
              <a:effectRef idx="0"/>
              <a:fontRef idx="minor"/>
            </p:style>
          </p:sp>
        </p:grpSp>
        <p:grpSp>
          <p:nvGrpSpPr>
            <p:cNvPr id="241" name="Group 11"/>
            <p:cNvGrpSpPr/>
            <p:nvPr/>
          </p:nvGrpSpPr>
          <p:grpSpPr>
            <a:xfrm>
              <a:off x="-806040" y="-2752560"/>
              <a:ext cx="21614040" cy="2957400"/>
              <a:chOff x="-806040" y="-2752560"/>
              <a:chExt cx="21614040" cy="2957400"/>
            </a:xfrm>
          </p:grpSpPr>
          <p:sp>
            <p:nvSpPr>
              <p:cNvPr id="242" name="CustomShape 12"/>
              <p:cNvSpPr/>
              <p:nvPr/>
            </p:nvSpPr>
            <p:spPr>
              <a:xfrm rot="5400000">
                <a:off x="8299080" y="-11857680"/>
                <a:ext cx="2957400" cy="21167640"/>
              </a:xfrm>
              <a:custGeom>
                <a:avLst/>
                <a:gdLst/>
                <a:ahLst/>
                <a:rect l="l" t="t" r="r" b="b"/>
                <a:pathLst>
                  <a:path w="315691" h="2259385">
                    <a:moveTo>
                      <a:pt x="0" y="0"/>
                    </a:moveTo>
                    <a:lnTo>
                      <a:pt x="315691" y="0"/>
                    </a:lnTo>
                    <a:lnTo>
                      <a:pt x="315691"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43" name="CustomShape 13"/>
              <p:cNvSpPr/>
              <p:nvPr/>
            </p:nvSpPr>
            <p:spPr>
              <a:xfrm rot="5400000">
                <a:off x="8522280" y="-12080520"/>
                <a:ext cx="2957400" cy="21613680"/>
              </a:xfrm>
              <a:prstGeom prst="rect">
                <a:avLst/>
              </a:prstGeom>
              <a:noFill/>
              <a:ln>
                <a:noFill/>
              </a:ln>
            </p:spPr>
            <p:style>
              <a:lnRef idx="0"/>
              <a:fillRef idx="0"/>
              <a:effectRef idx="0"/>
              <a:fontRef idx="minor"/>
            </p:style>
          </p:sp>
        </p:grpSp>
        <p:grpSp>
          <p:nvGrpSpPr>
            <p:cNvPr id="244" name="Group 14"/>
            <p:cNvGrpSpPr/>
            <p:nvPr/>
          </p:nvGrpSpPr>
          <p:grpSpPr>
            <a:xfrm>
              <a:off x="-806040" y="-2493360"/>
              <a:ext cx="21614040" cy="2438280"/>
              <a:chOff x="-806040" y="-2493360"/>
              <a:chExt cx="21614040" cy="2438280"/>
            </a:xfrm>
          </p:grpSpPr>
          <p:sp>
            <p:nvSpPr>
              <p:cNvPr id="245" name="CustomShape 15"/>
              <p:cNvSpPr/>
              <p:nvPr/>
            </p:nvSpPr>
            <p:spPr>
              <a:xfrm rot="5400000">
                <a:off x="8558640" y="-11858040"/>
                <a:ext cx="2438280" cy="21167640"/>
              </a:xfrm>
              <a:custGeom>
                <a:avLst/>
                <a:gdLst/>
                <a:ahLst/>
                <a:rect l="l" t="t" r="r" b="b"/>
                <a:pathLst>
                  <a:path w="260307" h="2259385">
                    <a:moveTo>
                      <a:pt x="0" y="0"/>
                    </a:moveTo>
                    <a:lnTo>
                      <a:pt x="260307" y="0"/>
                    </a:lnTo>
                    <a:lnTo>
                      <a:pt x="260307"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46" name="CustomShape 16"/>
              <p:cNvSpPr/>
              <p:nvPr/>
            </p:nvSpPr>
            <p:spPr>
              <a:xfrm rot="5400000">
                <a:off x="8781840" y="-12080880"/>
                <a:ext cx="2438280" cy="21613680"/>
              </a:xfrm>
              <a:prstGeom prst="rect">
                <a:avLst/>
              </a:prstGeom>
              <a:noFill/>
              <a:ln>
                <a:noFill/>
              </a:ln>
            </p:spPr>
            <p:style>
              <a:lnRef idx="0"/>
              <a:fillRef idx="0"/>
              <a:effectRef idx="0"/>
              <a:fontRef idx="minor"/>
            </p:style>
          </p:sp>
        </p:grpSp>
        <p:grpSp>
          <p:nvGrpSpPr>
            <p:cNvPr id="247" name="Group 17"/>
            <p:cNvGrpSpPr/>
            <p:nvPr/>
          </p:nvGrpSpPr>
          <p:grpSpPr>
            <a:xfrm>
              <a:off x="-2519280" y="-2233800"/>
              <a:ext cx="25040520" cy="1919520"/>
              <a:chOff x="-2519280" y="-2233800"/>
              <a:chExt cx="25040520" cy="1919520"/>
            </a:xfrm>
          </p:grpSpPr>
          <p:sp>
            <p:nvSpPr>
              <p:cNvPr id="248" name="CustomShape 18"/>
              <p:cNvSpPr/>
              <p:nvPr/>
            </p:nvSpPr>
            <p:spPr>
              <a:xfrm rot="5400000">
                <a:off x="8818200" y="-13571280"/>
                <a:ext cx="1919520" cy="24594480"/>
              </a:xfrm>
              <a:custGeom>
                <a:avLst/>
                <a:gdLst/>
                <a:ahLst/>
                <a:rect l="l" t="t" r="r" b="b"/>
                <a:pathLst>
                  <a:path w="204922" h="2625136">
                    <a:moveTo>
                      <a:pt x="0" y="0"/>
                    </a:moveTo>
                    <a:lnTo>
                      <a:pt x="204922" y="0"/>
                    </a:lnTo>
                    <a:lnTo>
                      <a:pt x="204922" y="2625136"/>
                    </a:lnTo>
                    <a:lnTo>
                      <a:pt x="0" y="2625136"/>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49" name="CustomShape 19"/>
              <p:cNvSpPr/>
              <p:nvPr/>
            </p:nvSpPr>
            <p:spPr>
              <a:xfrm rot="5400000">
                <a:off x="9041040" y="-13794120"/>
                <a:ext cx="1919520" cy="25040520"/>
              </a:xfrm>
              <a:prstGeom prst="rect">
                <a:avLst/>
              </a:prstGeom>
              <a:noFill/>
              <a:ln>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50" name="CustomShape 1"/>
          <p:cNvSpPr/>
          <p:nvPr/>
        </p:nvSpPr>
        <p:spPr>
          <a:xfrm>
            <a:off x="494280" y="534960"/>
            <a:ext cx="17299080" cy="243756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8000" spc="-1" strike="noStrike">
                <a:solidFill>
                  <a:srgbClr val="ffffff"/>
                </a:solidFill>
                <a:latin typeface="DM Sans"/>
                <a:ea typeface="DM Sans"/>
              </a:rPr>
              <a:t>APPLICATION AND FUTURE SCOPE</a:t>
            </a:r>
            <a:endParaRPr b="0" lang="en-US" sz="8000" spc="-1" strike="noStrike">
              <a:latin typeface="Arial"/>
            </a:endParaRPr>
          </a:p>
        </p:txBody>
      </p:sp>
      <p:pic>
        <p:nvPicPr>
          <p:cNvPr id="251" name="Google Shape;287;p20" descr=""/>
          <p:cNvPicPr/>
          <p:nvPr/>
        </p:nvPicPr>
        <p:blipFill>
          <a:blip r:embed="rId1"/>
          <a:stretch/>
        </p:blipFill>
        <p:spPr>
          <a:xfrm>
            <a:off x="8611920" y="2349720"/>
            <a:ext cx="9675720" cy="5347080"/>
          </a:xfrm>
          <a:prstGeom prst="rect">
            <a:avLst/>
          </a:prstGeom>
          <a:ln>
            <a:noFill/>
          </a:ln>
        </p:spPr>
      </p:pic>
      <p:sp>
        <p:nvSpPr>
          <p:cNvPr id="252" name="CustomShape 2"/>
          <p:cNvSpPr/>
          <p:nvPr/>
        </p:nvSpPr>
        <p:spPr>
          <a:xfrm>
            <a:off x="9835920" y="4829400"/>
            <a:ext cx="2409120" cy="384120"/>
          </a:xfrm>
          <a:prstGeom prst="rect">
            <a:avLst/>
          </a:prstGeom>
          <a:noFill/>
          <a:ln>
            <a:noFill/>
          </a:ln>
        </p:spPr>
        <p:style>
          <a:lnRef idx="0"/>
          <a:fillRef idx="0"/>
          <a:effectRef idx="0"/>
          <a:fontRef idx="minor"/>
        </p:style>
        <p:txBody>
          <a:bodyPr lIns="0" rIns="0" tIns="0" bIns="0">
            <a:spAutoFit/>
          </a:bodyPr>
          <a:p>
            <a:pPr algn="ctr">
              <a:lnSpc>
                <a:spcPct val="140000"/>
              </a:lnSpc>
            </a:pPr>
            <a:r>
              <a:rPr b="1" lang="en-US" sz="1800" spc="-1" strike="noStrike">
                <a:solidFill>
                  <a:srgbClr val="ffffff"/>
                </a:solidFill>
                <a:latin typeface="Arial Black"/>
                <a:ea typeface="Arial"/>
              </a:rPr>
              <a:t>APPLICATIONS</a:t>
            </a:r>
            <a:endParaRPr b="0" lang="en-US" sz="1800" spc="-1" strike="noStrike">
              <a:latin typeface="Arial"/>
            </a:endParaRPr>
          </a:p>
        </p:txBody>
      </p:sp>
      <p:sp>
        <p:nvSpPr>
          <p:cNvPr id="253" name="CustomShape 3"/>
          <p:cNvSpPr/>
          <p:nvPr/>
        </p:nvSpPr>
        <p:spPr>
          <a:xfrm>
            <a:off x="15612840" y="5461920"/>
            <a:ext cx="1404000" cy="767880"/>
          </a:xfrm>
          <a:prstGeom prst="rect">
            <a:avLst/>
          </a:prstGeom>
          <a:noFill/>
          <a:ln>
            <a:noFill/>
          </a:ln>
        </p:spPr>
        <p:style>
          <a:lnRef idx="0"/>
          <a:fillRef idx="0"/>
          <a:effectRef idx="0"/>
          <a:fontRef idx="minor"/>
        </p:style>
        <p:txBody>
          <a:bodyPr lIns="0" rIns="0" tIns="0" bIns="0">
            <a:spAutoFit/>
          </a:bodyPr>
          <a:p>
            <a:pPr algn="ctr">
              <a:lnSpc>
                <a:spcPct val="140000"/>
              </a:lnSpc>
            </a:pPr>
            <a:r>
              <a:rPr b="1" lang="en-US" sz="1800" spc="-1" strike="noStrike">
                <a:solidFill>
                  <a:srgbClr val="ffffff"/>
                </a:solidFill>
                <a:latin typeface="Arial Black"/>
                <a:ea typeface="Arial"/>
              </a:rPr>
              <a:t>FUTURE SCOPE</a:t>
            </a:r>
            <a:endParaRPr b="0" lang="en-US" sz="1800" spc="-1" strike="noStrike">
              <a:latin typeface="Arial"/>
            </a:endParaRPr>
          </a:p>
        </p:txBody>
      </p:sp>
      <p:sp>
        <p:nvSpPr>
          <p:cNvPr id="254" name="CustomShape 4"/>
          <p:cNvSpPr/>
          <p:nvPr/>
        </p:nvSpPr>
        <p:spPr>
          <a:xfrm>
            <a:off x="1448640" y="2866680"/>
            <a:ext cx="6789600" cy="3899880"/>
          </a:xfrm>
          <a:prstGeom prst="rect">
            <a:avLst/>
          </a:prstGeom>
          <a:noFill/>
          <a:ln>
            <a:noFill/>
          </a:ln>
        </p:spPr>
        <p:style>
          <a:lnRef idx="0"/>
          <a:fillRef idx="0"/>
          <a:effectRef idx="0"/>
          <a:fontRef idx="minor"/>
        </p:style>
        <p:txBody>
          <a:bodyPr lIns="0" rIns="0" tIns="0" bIns="0">
            <a:spAutoFit/>
          </a:bodyPr>
          <a:p>
            <a:pPr marL="457200" indent="-456840">
              <a:lnSpc>
                <a:spcPct val="100000"/>
              </a:lnSpc>
              <a:buClr>
                <a:srgbClr val="f79646"/>
              </a:buClr>
              <a:buFont typeface="Wingdings" charset="2"/>
              <a:buChar char=""/>
            </a:pPr>
            <a:r>
              <a:rPr b="0" lang="en-US" sz="3200" spc="-1" strike="noStrike">
                <a:solidFill>
                  <a:srgbClr val="ffffff"/>
                </a:solidFill>
                <a:latin typeface="Times New Roman"/>
                <a:ea typeface="Arial"/>
              </a:rPr>
              <a:t>Used in vehicles to automatically adjust headlight brightness, enhancing safety and energy efficiency.</a:t>
            </a:r>
            <a:endParaRPr b="0" lang="en-US" sz="3200" spc="-1" strike="noStrike">
              <a:latin typeface="Arial"/>
            </a:endParaRPr>
          </a:p>
          <a:p>
            <a:pPr>
              <a:lnSpc>
                <a:spcPct val="100000"/>
              </a:lnSpc>
            </a:pPr>
            <a:endParaRPr b="0" lang="en-US" sz="3200" spc="-1" strike="noStrike">
              <a:latin typeface="Arial"/>
            </a:endParaRPr>
          </a:p>
          <a:p>
            <a:pPr marL="457200" indent="-456840">
              <a:lnSpc>
                <a:spcPct val="100000"/>
              </a:lnSpc>
              <a:buClr>
                <a:srgbClr val="f79646"/>
              </a:buClr>
              <a:buFont typeface="Wingdings" charset="2"/>
              <a:buChar char=""/>
            </a:pPr>
            <a:r>
              <a:rPr b="0" lang="en-US" sz="3200" spc="-1" strike="noStrike">
                <a:solidFill>
                  <a:srgbClr val="ffffff"/>
                </a:solidFill>
                <a:latin typeface="Times New Roman"/>
                <a:ea typeface="Arial"/>
              </a:rPr>
              <a:t>It can be integrated with smart sensors, AI, and IoT for fully adaptive lighting systems, improving safety, efficiency, and automation in vehicles.</a:t>
            </a:r>
            <a:endParaRPr b="0" lang="en-US" sz="3200" spc="-1" strike="noStrike">
              <a:latin typeface="Arial"/>
            </a:endParaRPr>
          </a:p>
        </p:txBody>
      </p:sp>
      <p:sp>
        <p:nvSpPr>
          <p:cNvPr id="255" name="CustomShape 5"/>
          <p:cNvSpPr/>
          <p:nvPr/>
        </p:nvSpPr>
        <p:spPr>
          <a:xfrm>
            <a:off x="1028880" y="9035280"/>
            <a:ext cx="1623024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grpSp>
        <p:nvGrpSpPr>
          <p:cNvPr id="256" name="Group 6"/>
          <p:cNvGrpSpPr/>
          <p:nvPr/>
        </p:nvGrpSpPr>
        <p:grpSpPr>
          <a:xfrm>
            <a:off x="-2519280" y="9592560"/>
            <a:ext cx="25040520" cy="3995280"/>
            <a:chOff x="-2519280" y="9592560"/>
            <a:chExt cx="25040520" cy="3995280"/>
          </a:xfrm>
        </p:grpSpPr>
        <p:grpSp>
          <p:nvGrpSpPr>
            <p:cNvPr id="257" name="Group 7"/>
            <p:cNvGrpSpPr/>
            <p:nvPr/>
          </p:nvGrpSpPr>
          <p:grpSpPr>
            <a:xfrm>
              <a:off x="-1688760" y="9592560"/>
              <a:ext cx="23535720" cy="3995280"/>
              <a:chOff x="-1688760" y="9592560"/>
              <a:chExt cx="23535720" cy="3995280"/>
            </a:xfrm>
          </p:grpSpPr>
          <p:sp>
            <p:nvSpPr>
              <p:cNvPr id="258" name="CustomShape 8"/>
              <p:cNvSpPr/>
              <p:nvPr/>
            </p:nvSpPr>
            <p:spPr>
              <a:xfrm rot="5400000">
                <a:off x="7780320" y="123480"/>
                <a:ext cx="3995280" cy="2293272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59" name="CustomShape 9"/>
              <p:cNvSpPr/>
              <p:nvPr/>
            </p:nvSpPr>
            <p:spPr>
              <a:xfrm rot="5400000">
                <a:off x="8081280" y="-177480"/>
                <a:ext cx="3995280" cy="23535720"/>
              </a:xfrm>
              <a:prstGeom prst="rect">
                <a:avLst/>
              </a:prstGeom>
              <a:noFill/>
              <a:ln>
                <a:noFill/>
              </a:ln>
            </p:spPr>
            <p:style>
              <a:lnRef idx="0"/>
              <a:fillRef idx="0"/>
              <a:effectRef idx="0"/>
              <a:fontRef idx="minor"/>
            </p:style>
          </p:sp>
        </p:grpSp>
        <p:grpSp>
          <p:nvGrpSpPr>
            <p:cNvPr id="260" name="Group 10"/>
            <p:cNvGrpSpPr/>
            <p:nvPr/>
          </p:nvGrpSpPr>
          <p:grpSpPr>
            <a:xfrm>
              <a:off x="-199440" y="9852120"/>
              <a:ext cx="20478960" cy="3476160"/>
              <a:chOff x="-199440" y="9852120"/>
              <a:chExt cx="20478960" cy="3476160"/>
            </a:xfrm>
          </p:grpSpPr>
          <p:sp>
            <p:nvSpPr>
              <p:cNvPr id="261" name="CustomShape 11"/>
              <p:cNvSpPr/>
              <p:nvPr/>
            </p:nvSpPr>
            <p:spPr>
              <a:xfrm rot="5400000">
                <a:off x="8039520" y="1612800"/>
                <a:ext cx="3476160" cy="1995444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62" name="CustomShape 12"/>
              <p:cNvSpPr/>
              <p:nvPr/>
            </p:nvSpPr>
            <p:spPr>
              <a:xfrm rot="5400000">
                <a:off x="8301960" y="1350360"/>
                <a:ext cx="3476160" cy="20478960"/>
              </a:xfrm>
              <a:prstGeom prst="rect">
                <a:avLst/>
              </a:prstGeom>
              <a:noFill/>
              <a:ln>
                <a:noFill/>
              </a:ln>
            </p:spPr>
            <p:style>
              <a:lnRef idx="0"/>
              <a:fillRef idx="0"/>
              <a:effectRef idx="0"/>
              <a:fontRef idx="minor"/>
            </p:style>
          </p:sp>
        </p:grpSp>
        <p:grpSp>
          <p:nvGrpSpPr>
            <p:cNvPr id="263" name="Group 13"/>
            <p:cNvGrpSpPr/>
            <p:nvPr/>
          </p:nvGrpSpPr>
          <p:grpSpPr>
            <a:xfrm>
              <a:off x="-806040" y="10111680"/>
              <a:ext cx="21614040" cy="2957400"/>
              <a:chOff x="-806040" y="10111680"/>
              <a:chExt cx="21614040" cy="2957400"/>
            </a:xfrm>
          </p:grpSpPr>
          <p:sp>
            <p:nvSpPr>
              <p:cNvPr id="264" name="CustomShape 14"/>
              <p:cNvSpPr/>
              <p:nvPr/>
            </p:nvSpPr>
            <p:spPr>
              <a:xfrm rot="5400000">
                <a:off x="8299080" y="1006200"/>
                <a:ext cx="2957400" cy="21167640"/>
              </a:xfrm>
              <a:custGeom>
                <a:avLst/>
                <a:gdLst/>
                <a:ahLst/>
                <a:rect l="l" t="t" r="r" b="b"/>
                <a:pathLst>
                  <a:path w="315691" h="2259385">
                    <a:moveTo>
                      <a:pt x="0" y="0"/>
                    </a:moveTo>
                    <a:lnTo>
                      <a:pt x="315691" y="0"/>
                    </a:lnTo>
                    <a:lnTo>
                      <a:pt x="315691"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65" name="CustomShape 15"/>
              <p:cNvSpPr/>
              <p:nvPr/>
            </p:nvSpPr>
            <p:spPr>
              <a:xfrm rot="5400000">
                <a:off x="8522280" y="783360"/>
                <a:ext cx="2957400" cy="21613680"/>
              </a:xfrm>
              <a:prstGeom prst="rect">
                <a:avLst/>
              </a:prstGeom>
              <a:noFill/>
              <a:ln>
                <a:noFill/>
              </a:ln>
            </p:spPr>
            <p:style>
              <a:lnRef idx="0"/>
              <a:fillRef idx="0"/>
              <a:effectRef idx="0"/>
              <a:fontRef idx="minor"/>
            </p:style>
          </p:sp>
        </p:grpSp>
        <p:grpSp>
          <p:nvGrpSpPr>
            <p:cNvPr id="266" name="Group 16"/>
            <p:cNvGrpSpPr/>
            <p:nvPr/>
          </p:nvGrpSpPr>
          <p:grpSpPr>
            <a:xfrm>
              <a:off x="-806040" y="10370880"/>
              <a:ext cx="21614040" cy="2438280"/>
              <a:chOff x="-806040" y="10370880"/>
              <a:chExt cx="21614040" cy="2438280"/>
            </a:xfrm>
          </p:grpSpPr>
          <p:sp>
            <p:nvSpPr>
              <p:cNvPr id="267" name="CustomShape 17"/>
              <p:cNvSpPr/>
              <p:nvPr/>
            </p:nvSpPr>
            <p:spPr>
              <a:xfrm rot="5400000">
                <a:off x="8558640" y="1005840"/>
                <a:ext cx="2438280" cy="21167640"/>
              </a:xfrm>
              <a:custGeom>
                <a:avLst/>
                <a:gdLst/>
                <a:ahLst/>
                <a:rect l="l" t="t" r="r" b="b"/>
                <a:pathLst>
                  <a:path w="260307" h="2259385">
                    <a:moveTo>
                      <a:pt x="0" y="0"/>
                    </a:moveTo>
                    <a:lnTo>
                      <a:pt x="260307" y="0"/>
                    </a:lnTo>
                    <a:lnTo>
                      <a:pt x="260307"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68" name="CustomShape 18"/>
              <p:cNvSpPr/>
              <p:nvPr/>
            </p:nvSpPr>
            <p:spPr>
              <a:xfrm rot="5400000">
                <a:off x="8781840" y="783000"/>
                <a:ext cx="2438280" cy="21613680"/>
              </a:xfrm>
              <a:prstGeom prst="rect">
                <a:avLst/>
              </a:prstGeom>
              <a:noFill/>
              <a:ln>
                <a:noFill/>
              </a:ln>
            </p:spPr>
            <p:style>
              <a:lnRef idx="0"/>
              <a:fillRef idx="0"/>
              <a:effectRef idx="0"/>
              <a:fontRef idx="minor"/>
            </p:style>
          </p:sp>
        </p:grpSp>
        <p:grpSp>
          <p:nvGrpSpPr>
            <p:cNvPr id="269" name="Group 19"/>
            <p:cNvGrpSpPr/>
            <p:nvPr/>
          </p:nvGrpSpPr>
          <p:grpSpPr>
            <a:xfrm>
              <a:off x="-2519280" y="10630440"/>
              <a:ext cx="25040520" cy="1919520"/>
              <a:chOff x="-2519280" y="10630440"/>
              <a:chExt cx="25040520" cy="1919520"/>
            </a:xfrm>
          </p:grpSpPr>
          <p:sp>
            <p:nvSpPr>
              <p:cNvPr id="270" name="CustomShape 20"/>
              <p:cNvSpPr/>
              <p:nvPr/>
            </p:nvSpPr>
            <p:spPr>
              <a:xfrm rot="5400000">
                <a:off x="8818200" y="-707040"/>
                <a:ext cx="1919520" cy="24594480"/>
              </a:xfrm>
              <a:custGeom>
                <a:avLst/>
                <a:gdLst/>
                <a:ahLst/>
                <a:rect l="l" t="t" r="r" b="b"/>
                <a:pathLst>
                  <a:path w="204922" h="2625136">
                    <a:moveTo>
                      <a:pt x="0" y="0"/>
                    </a:moveTo>
                    <a:lnTo>
                      <a:pt x="204922" y="0"/>
                    </a:lnTo>
                    <a:lnTo>
                      <a:pt x="204922" y="2625136"/>
                    </a:lnTo>
                    <a:lnTo>
                      <a:pt x="0" y="2625136"/>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71" name="CustomShape 21"/>
              <p:cNvSpPr/>
              <p:nvPr/>
            </p:nvSpPr>
            <p:spPr>
              <a:xfrm rot="5400000">
                <a:off x="9041040" y="-929880"/>
                <a:ext cx="1919520" cy="25040520"/>
              </a:xfrm>
              <a:prstGeom prst="rect">
                <a:avLst/>
              </a:prstGeom>
              <a:noFill/>
              <a:ln>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272" name="CustomShape 1"/>
          <p:cNvSpPr/>
          <p:nvPr/>
        </p:nvSpPr>
        <p:spPr>
          <a:xfrm>
            <a:off x="583560" y="1171440"/>
            <a:ext cx="16675200" cy="2437560"/>
          </a:xfrm>
          <a:prstGeom prst="rect">
            <a:avLst/>
          </a:prstGeom>
          <a:noFill/>
          <a:ln>
            <a:noFill/>
          </a:ln>
        </p:spPr>
        <p:style>
          <a:lnRef idx="0"/>
          <a:fillRef idx="0"/>
          <a:effectRef idx="0"/>
          <a:fontRef idx="minor"/>
        </p:style>
        <p:txBody>
          <a:bodyPr lIns="0" rIns="0" tIns="0" bIns="0">
            <a:spAutoFit/>
          </a:bodyPr>
          <a:p>
            <a:pPr algn="ctr">
              <a:lnSpc>
                <a:spcPct val="100000"/>
              </a:lnSpc>
            </a:pPr>
            <a:r>
              <a:rPr b="1" lang="en-US" sz="8000" spc="-1" strike="noStrike">
                <a:solidFill>
                  <a:srgbClr val="ffffff"/>
                </a:solidFill>
                <a:latin typeface="DM Sans"/>
                <a:ea typeface="DM Sans"/>
              </a:rPr>
              <a:t>INN0VATION - BENEFITS -IMPACT</a:t>
            </a:r>
            <a:endParaRPr b="0" lang="en-US" sz="8000" spc="-1" strike="noStrike">
              <a:latin typeface="Arial"/>
            </a:endParaRPr>
          </a:p>
        </p:txBody>
      </p:sp>
      <p:grpSp>
        <p:nvGrpSpPr>
          <p:cNvPr id="273" name="Group 2"/>
          <p:cNvGrpSpPr/>
          <p:nvPr/>
        </p:nvGrpSpPr>
        <p:grpSpPr>
          <a:xfrm>
            <a:off x="1028880" y="3180960"/>
            <a:ext cx="5251680" cy="5908320"/>
            <a:chOff x="1028880" y="3180960"/>
            <a:chExt cx="5251680" cy="5908320"/>
          </a:xfrm>
        </p:grpSpPr>
        <p:grpSp>
          <p:nvGrpSpPr>
            <p:cNvPr id="274" name="Group 3"/>
            <p:cNvGrpSpPr/>
            <p:nvPr/>
          </p:nvGrpSpPr>
          <p:grpSpPr>
            <a:xfrm>
              <a:off x="1028880" y="3180960"/>
              <a:ext cx="5251680" cy="5908320"/>
              <a:chOff x="1028880" y="3180960"/>
              <a:chExt cx="5251680" cy="5908320"/>
            </a:xfrm>
          </p:grpSpPr>
          <p:sp>
            <p:nvSpPr>
              <p:cNvPr id="275" name="CustomShape 4"/>
              <p:cNvSpPr/>
              <p:nvPr/>
            </p:nvSpPr>
            <p:spPr>
              <a:xfrm>
                <a:off x="1028880" y="3427200"/>
                <a:ext cx="5251680" cy="5662080"/>
              </a:xfrm>
              <a:custGeom>
                <a:avLst/>
                <a:gdLst/>
                <a:ahLst/>
                <a:rect l="l" t="t" r="r" b="b"/>
                <a:pathLst>
                  <a:path w="812800" h="876357">
                    <a:moveTo>
                      <a:pt x="0" y="0"/>
                    </a:moveTo>
                    <a:lnTo>
                      <a:pt x="812800" y="0"/>
                    </a:lnTo>
                    <a:lnTo>
                      <a:pt x="812800" y="876357"/>
                    </a:lnTo>
                    <a:lnTo>
                      <a:pt x="0" y="87635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76" name="CustomShape 5"/>
              <p:cNvSpPr/>
              <p:nvPr/>
            </p:nvSpPr>
            <p:spPr>
              <a:xfrm>
                <a:off x="1028880" y="3180960"/>
                <a:ext cx="5251680" cy="5908320"/>
              </a:xfrm>
              <a:prstGeom prst="rect">
                <a:avLst/>
              </a:prstGeom>
              <a:noFill/>
              <a:ln>
                <a:noFill/>
              </a:ln>
            </p:spPr>
            <p:style>
              <a:lnRef idx="0"/>
              <a:fillRef idx="0"/>
              <a:effectRef idx="0"/>
              <a:fontRef idx="minor"/>
            </p:style>
          </p:sp>
        </p:grpSp>
        <p:grpSp>
          <p:nvGrpSpPr>
            <p:cNvPr id="277" name="Group 6"/>
            <p:cNvGrpSpPr/>
            <p:nvPr/>
          </p:nvGrpSpPr>
          <p:grpSpPr>
            <a:xfrm>
              <a:off x="1489320" y="3691080"/>
              <a:ext cx="4330080" cy="4888440"/>
              <a:chOff x="1489320" y="3691080"/>
              <a:chExt cx="4330080" cy="4888440"/>
            </a:xfrm>
          </p:grpSpPr>
          <p:sp>
            <p:nvSpPr>
              <p:cNvPr id="278" name="CustomShape 7"/>
              <p:cNvSpPr/>
              <p:nvPr/>
            </p:nvSpPr>
            <p:spPr>
              <a:xfrm>
                <a:off x="1489320" y="3936960"/>
                <a:ext cx="4330080" cy="4642200"/>
              </a:xfrm>
              <a:custGeom>
                <a:avLst/>
                <a:gdLst/>
                <a:ahLst/>
                <a:rect l="l" t="t" r="r" b="b"/>
                <a:pathLst>
                  <a:path w="670204" h="718523">
                    <a:moveTo>
                      <a:pt x="0" y="0"/>
                    </a:moveTo>
                    <a:lnTo>
                      <a:pt x="670204" y="0"/>
                    </a:lnTo>
                    <a:lnTo>
                      <a:pt x="670204" y="718523"/>
                    </a:lnTo>
                    <a:lnTo>
                      <a:pt x="0" y="718523"/>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79" name="CustomShape 8"/>
              <p:cNvSpPr/>
              <p:nvPr/>
            </p:nvSpPr>
            <p:spPr>
              <a:xfrm>
                <a:off x="1489320" y="3691080"/>
                <a:ext cx="4330080" cy="4888440"/>
              </a:xfrm>
              <a:prstGeom prst="rect">
                <a:avLst/>
              </a:prstGeom>
              <a:noFill/>
              <a:ln>
                <a:noFill/>
              </a:ln>
            </p:spPr>
            <p:style>
              <a:lnRef idx="0"/>
              <a:fillRef idx="0"/>
              <a:effectRef idx="0"/>
              <a:fontRef idx="minor"/>
            </p:style>
          </p:sp>
        </p:grpSp>
        <p:grpSp>
          <p:nvGrpSpPr>
            <p:cNvPr id="280" name="Group 9"/>
            <p:cNvGrpSpPr/>
            <p:nvPr/>
          </p:nvGrpSpPr>
          <p:grpSpPr>
            <a:xfrm>
              <a:off x="1950120" y="4187520"/>
              <a:ext cx="3408840" cy="3895200"/>
              <a:chOff x="1950120" y="4187520"/>
              <a:chExt cx="3408840" cy="3895200"/>
            </a:xfrm>
          </p:grpSpPr>
          <p:sp>
            <p:nvSpPr>
              <p:cNvPr id="281" name="CustomShape 10"/>
              <p:cNvSpPr/>
              <p:nvPr/>
            </p:nvSpPr>
            <p:spPr>
              <a:xfrm>
                <a:off x="1950120" y="4433760"/>
                <a:ext cx="3408840" cy="3648960"/>
              </a:xfrm>
              <a:custGeom>
                <a:avLst/>
                <a:gdLst/>
                <a:ahLst/>
                <a:rect l="l" t="t" r="r" b="b"/>
                <a:pathLst>
                  <a:path w="527607" h="564777">
                    <a:moveTo>
                      <a:pt x="0" y="0"/>
                    </a:moveTo>
                    <a:lnTo>
                      <a:pt x="527607" y="0"/>
                    </a:lnTo>
                    <a:lnTo>
                      <a:pt x="527607" y="564777"/>
                    </a:lnTo>
                    <a:lnTo>
                      <a:pt x="0" y="56477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82" name="CustomShape 11"/>
              <p:cNvSpPr/>
              <p:nvPr/>
            </p:nvSpPr>
            <p:spPr>
              <a:xfrm>
                <a:off x="1950120" y="4187520"/>
                <a:ext cx="3408840" cy="3895200"/>
              </a:xfrm>
              <a:prstGeom prst="rect">
                <a:avLst/>
              </a:prstGeom>
              <a:noFill/>
              <a:ln>
                <a:noFill/>
              </a:ln>
            </p:spPr>
            <p:style>
              <a:lnRef idx="0"/>
              <a:fillRef idx="0"/>
              <a:effectRef idx="0"/>
              <a:fontRef idx="minor"/>
            </p:style>
          </p:sp>
        </p:grpSp>
      </p:grpSp>
      <p:grpSp>
        <p:nvGrpSpPr>
          <p:cNvPr id="283" name="Group 12"/>
          <p:cNvGrpSpPr/>
          <p:nvPr/>
        </p:nvGrpSpPr>
        <p:grpSpPr>
          <a:xfrm>
            <a:off x="6518160" y="3206520"/>
            <a:ext cx="5251680" cy="5908320"/>
            <a:chOff x="6518160" y="3206520"/>
            <a:chExt cx="5251680" cy="5908320"/>
          </a:xfrm>
        </p:grpSpPr>
        <p:grpSp>
          <p:nvGrpSpPr>
            <p:cNvPr id="284" name="Group 13"/>
            <p:cNvGrpSpPr/>
            <p:nvPr/>
          </p:nvGrpSpPr>
          <p:grpSpPr>
            <a:xfrm>
              <a:off x="6518160" y="3206520"/>
              <a:ext cx="5251680" cy="5908320"/>
              <a:chOff x="6518160" y="3206520"/>
              <a:chExt cx="5251680" cy="5908320"/>
            </a:xfrm>
          </p:grpSpPr>
          <p:sp>
            <p:nvSpPr>
              <p:cNvPr id="285" name="CustomShape 14"/>
              <p:cNvSpPr/>
              <p:nvPr/>
            </p:nvSpPr>
            <p:spPr>
              <a:xfrm>
                <a:off x="6518160" y="3452760"/>
                <a:ext cx="5251680" cy="5662080"/>
              </a:xfrm>
              <a:custGeom>
                <a:avLst/>
                <a:gdLst/>
                <a:ahLst/>
                <a:rect l="l" t="t" r="r" b="b"/>
                <a:pathLst>
                  <a:path w="812800" h="876357">
                    <a:moveTo>
                      <a:pt x="0" y="0"/>
                    </a:moveTo>
                    <a:lnTo>
                      <a:pt x="812800" y="0"/>
                    </a:lnTo>
                    <a:lnTo>
                      <a:pt x="812800" y="876357"/>
                    </a:lnTo>
                    <a:lnTo>
                      <a:pt x="0" y="87635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86" name="CustomShape 15"/>
              <p:cNvSpPr/>
              <p:nvPr/>
            </p:nvSpPr>
            <p:spPr>
              <a:xfrm>
                <a:off x="6518160" y="3206520"/>
                <a:ext cx="5251680" cy="5908320"/>
              </a:xfrm>
              <a:prstGeom prst="rect">
                <a:avLst/>
              </a:prstGeom>
              <a:noFill/>
              <a:ln>
                <a:noFill/>
              </a:ln>
            </p:spPr>
            <p:style>
              <a:lnRef idx="0"/>
              <a:fillRef idx="0"/>
              <a:effectRef idx="0"/>
              <a:fontRef idx="minor"/>
            </p:style>
          </p:sp>
        </p:grpSp>
        <p:grpSp>
          <p:nvGrpSpPr>
            <p:cNvPr id="287" name="Group 16"/>
            <p:cNvGrpSpPr/>
            <p:nvPr/>
          </p:nvGrpSpPr>
          <p:grpSpPr>
            <a:xfrm>
              <a:off x="6978600" y="3716640"/>
              <a:ext cx="4330080" cy="4888440"/>
              <a:chOff x="6978600" y="3716640"/>
              <a:chExt cx="4330080" cy="4888440"/>
            </a:xfrm>
          </p:grpSpPr>
          <p:sp>
            <p:nvSpPr>
              <p:cNvPr id="288" name="CustomShape 17"/>
              <p:cNvSpPr/>
              <p:nvPr/>
            </p:nvSpPr>
            <p:spPr>
              <a:xfrm>
                <a:off x="6978600" y="3962880"/>
                <a:ext cx="4330080" cy="4642200"/>
              </a:xfrm>
              <a:custGeom>
                <a:avLst/>
                <a:gdLst/>
                <a:ahLst/>
                <a:rect l="l" t="t" r="r" b="b"/>
                <a:pathLst>
                  <a:path w="670204" h="718523">
                    <a:moveTo>
                      <a:pt x="0" y="0"/>
                    </a:moveTo>
                    <a:lnTo>
                      <a:pt x="670204" y="0"/>
                    </a:lnTo>
                    <a:lnTo>
                      <a:pt x="670204" y="718523"/>
                    </a:lnTo>
                    <a:lnTo>
                      <a:pt x="0" y="718523"/>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89" name="CustomShape 18"/>
              <p:cNvSpPr/>
              <p:nvPr/>
            </p:nvSpPr>
            <p:spPr>
              <a:xfrm>
                <a:off x="6978600" y="3716640"/>
                <a:ext cx="4330080" cy="4888440"/>
              </a:xfrm>
              <a:prstGeom prst="rect">
                <a:avLst/>
              </a:prstGeom>
              <a:noFill/>
              <a:ln>
                <a:noFill/>
              </a:ln>
            </p:spPr>
            <p:style>
              <a:lnRef idx="0"/>
              <a:fillRef idx="0"/>
              <a:effectRef idx="0"/>
              <a:fontRef idx="minor"/>
            </p:style>
          </p:sp>
        </p:grpSp>
        <p:grpSp>
          <p:nvGrpSpPr>
            <p:cNvPr id="290" name="Group 19"/>
            <p:cNvGrpSpPr/>
            <p:nvPr/>
          </p:nvGrpSpPr>
          <p:grpSpPr>
            <a:xfrm>
              <a:off x="7439400" y="4213440"/>
              <a:ext cx="3408840" cy="3895200"/>
              <a:chOff x="7439400" y="4213440"/>
              <a:chExt cx="3408840" cy="3895200"/>
            </a:xfrm>
          </p:grpSpPr>
          <p:sp>
            <p:nvSpPr>
              <p:cNvPr id="291" name="CustomShape 20"/>
              <p:cNvSpPr/>
              <p:nvPr/>
            </p:nvSpPr>
            <p:spPr>
              <a:xfrm>
                <a:off x="7439400" y="4459320"/>
                <a:ext cx="3408840" cy="3648960"/>
              </a:xfrm>
              <a:custGeom>
                <a:avLst/>
                <a:gdLst/>
                <a:ahLst/>
                <a:rect l="l" t="t" r="r" b="b"/>
                <a:pathLst>
                  <a:path w="527607" h="564777">
                    <a:moveTo>
                      <a:pt x="0" y="0"/>
                    </a:moveTo>
                    <a:lnTo>
                      <a:pt x="527607" y="0"/>
                    </a:lnTo>
                    <a:lnTo>
                      <a:pt x="527607" y="564777"/>
                    </a:lnTo>
                    <a:lnTo>
                      <a:pt x="0" y="56477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92" name="CustomShape 21"/>
              <p:cNvSpPr/>
              <p:nvPr/>
            </p:nvSpPr>
            <p:spPr>
              <a:xfrm>
                <a:off x="7439400" y="4213440"/>
                <a:ext cx="3408840" cy="3895200"/>
              </a:xfrm>
              <a:prstGeom prst="rect">
                <a:avLst/>
              </a:prstGeom>
              <a:noFill/>
              <a:ln>
                <a:noFill/>
              </a:ln>
            </p:spPr>
            <p:style>
              <a:lnRef idx="0"/>
              <a:fillRef idx="0"/>
              <a:effectRef idx="0"/>
              <a:fontRef idx="minor"/>
            </p:style>
          </p:sp>
        </p:grpSp>
      </p:grpSp>
      <p:grpSp>
        <p:nvGrpSpPr>
          <p:cNvPr id="293" name="Group 22"/>
          <p:cNvGrpSpPr/>
          <p:nvPr/>
        </p:nvGrpSpPr>
        <p:grpSpPr>
          <a:xfrm>
            <a:off x="12007440" y="3180960"/>
            <a:ext cx="5251680" cy="5908320"/>
            <a:chOff x="12007440" y="3180960"/>
            <a:chExt cx="5251680" cy="5908320"/>
          </a:xfrm>
        </p:grpSpPr>
        <p:grpSp>
          <p:nvGrpSpPr>
            <p:cNvPr id="294" name="Group 23"/>
            <p:cNvGrpSpPr/>
            <p:nvPr/>
          </p:nvGrpSpPr>
          <p:grpSpPr>
            <a:xfrm>
              <a:off x="12007440" y="3180960"/>
              <a:ext cx="5251680" cy="5908320"/>
              <a:chOff x="12007440" y="3180960"/>
              <a:chExt cx="5251680" cy="5908320"/>
            </a:xfrm>
          </p:grpSpPr>
          <p:sp>
            <p:nvSpPr>
              <p:cNvPr id="295" name="CustomShape 24"/>
              <p:cNvSpPr/>
              <p:nvPr/>
            </p:nvSpPr>
            <p:spPr>
              <a:xfrm>
                <a:off x="12007440" y="3427200"/>
                <a:ext cx="5251680" cy="5662080"/>
              </a:xfrm>
              <a:custGeom>
                <a:avLst/>
                <a:gdLst/>
                <a:ahLst/>
                <a:rect l="l" t="t" r="r" b="b"/>
                <a:pathLst>
                  <a:path w="812800" h="876357">
                    <a:moveTo>
                      <a:pt x="0" y="0"/>
                    </a:moveTo>
                    <a:lnTo>
                      <a:pt x="812800" y="0"/>
                    </a:lnTo>
                    <a:lnTo>
                      <a:pt x="812800" y="876357"/>
                    </a:lnTo>
                    <a:lnTo>
                      <a:pt x="0" y="87635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96" name="CustomShape 25"/>
              <p:cNvSpPr/>
              <p:nvPr/>
            </p:nvSpPr>
            <p:spPr>
              <a:xfrm>
                <a:off x="12007440" y="3180960"/>
                <a:ext cx="5251680" cy="5908320"/>
              </a:xfrm>
              <a:prstGeom prst="rect">
                <a:avLst/>
              </a:prstGeom>
              <a:noFill/>
              <a:ln>
                <a:noFill/>
              </a:ln>
            </p:spPr>
            <p:style>
              <a:lnRef idx="0"/>
              <a:fillRef idx="0"/>
              <a:effectRef idx="0"/>
              <a:fontRef idx="minor"/>
            </p:style>
          </p:sp>
        </p:grpSp>
        <p:grpSp>
          <p:nvGrpSpPr>
            <p:cNvPr id="297" name="Group 26"/>
            <p:cNvGrpSpPr/>
            <p:nvPr/>
          </p:nvGrpSpPr>
          <p:grpSpPr>
            <a:xfrm>
              <a:off x="12468240" y="3691080"/>
              <a:ext cx="4330080" cy="4888440"/>
              <a:chOff x="12468240" y="3691080"/>
              <a:chExt cx="4330080" cy="4888440"/>
            </a:xfrm>
          </p:grpSpPr>
          <p:sp>
            <p:nvSpPr>
              <p:cNvPr id="298" name="CustomShape 27"/>
              <p:cNvSpPr/>
              <p:nvPr/>
            </p:nvSpPr>
            <p:spPr>
              <a:xfrm>
                <a:off x="12468240" y="3936960"/>
                <a:ext cx="4330080" cy="4642200"/>
              </a:xfrm>
              <a:custGeom>
                <a:avLst/>
                <a:gdLst/>
                <a:ahLst/>
                <a:rect l="l" t="t" r="r" b="b"/>
                <a:pathLst>
                  <a:path w="670204" h="718523">
                    <a:moveTo>
                      <a:pt x="0" y="0"/>
                    </a:moveTo>
                    <a:lnTo>
                      <a:pt x="670204" y="0"/>
                    </a:lnTo>
                    <a:lnTo>
                      <a:pt x="670204" y="718523"/>
                    </a:lnTo>
                    <a:lnTo>
                      <a:pt x="0" y="718523"/>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299" name="CustomShape 28"/>
              <p:cNvSpPr/>
              <p:nvPr/>
            </p:nvSpPr>
            <p:spPr>
              <a:xfrm>
                <a:off x="12468240" y="3691080"/>
                <a:ext cx="4330080" cy="4888440"/>
              </a:xfrm>
              <a:prstGeom prst="rect">
                <a:avLst/>
              </a:prstGeom>
              <a:noFill/>
              <a:ln>
                <a:noFill/>
              </a:ln>
            </p:spPr>
            <p:style>
              <a:lnRef idx="0"/>
              <a:fillRef idx="0"/>
              <a:effectRef idx="0"/>
              <a:fontRef idx="minor"/>
            </p:style>
          </p:sp>
        </p:grpSp>
        <p:grpSp>
          <p:nvGrpSpPr>
            <p:cNvPr id="300" name="Group 29"/>
            <p:cNvGrpSpPr/>
            <p:nvPr/>
          </p:nvGrpSpPr>
          <p:grpSpPr>
            <a:xfrm>
              <a:off x="12928680" y="4187520"/>
              <a:ext cx="3408840" cy="3895200"/>
              <a:chOff x="12928680" y="4187520"/>
              <a:chExt cx="3408840" cy="3895200"/>
            </a:xfrm>
          </p:grpSpPr>
          <p:sp>
            <p:nvSpPr>
              <p:cNvPr id="301" name="CustomShape 30"/>
              <p:cNvSpPr/>
              <p:nvPr/>
            </p:nvSpPr>
            <p:spPr>
              <a:xfrm>
                <a:off x="12928680" y="4433760"/>
                <a:ext cx="3408840" cy="3648960"/>
              </a:xfrm>
              <a:custGeom>
                <a:avLst/>
                <a:gdLst/>
                <a:ahLst/>
                <a:rect l="l" t="t" r="r" b="b"/>
                <a:pathLst>
                  <a:path w="527607" h="564777">
                    <a:moveTo>
                      <a:pt x="0" y="0"/>
                    </a:moveTo>
                    <a:lnTo>
                      <a:pt x="527607" y="0"/>
                    </a:lnTo>
                    <a:lnTo>
                      <a:pt x="527607" y="564777"/>
                    </a:lnTo>
                    <a:lnTo>
                      <a:pt x="0" y="56477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02" name="CustomShape 31"/>
              <p:cNvSpPr/>
              <p:nvPr/>
            </p:nvSpPr>
            <p:spPr>
              <a:xfrm>
                <a:off x="12928680" y="4187520"/>
                <a:ext cx="3408840" cy="3895200"/>
              </a:xfrm>
              <a:prstGeom prst="rect">
                <a:avLst/>
              </a:prstGeom>
              <a:noFill/>
              <a:ln>
                <a:noFill/>
              </a:ln>
            </p:spPr>
            <p:style>
              <a:lnRef idx="0"/>
              <a:fillRef idx="0"/>
              <a:effectRef idx="0"/>
              <a:fontRef idx="minor"/>
            </p:style>
          </p:sp>
        </p:grpSp>
      </p:grpSp>
      <p:sp>
        <p:nvSpPr>
          <p:cNvPr id="303" name="CustomShape 32"/>
          <p:cNvSpPr/>
          <p:nvPr/>
        </p:nvSpPr>
        <p:spPr>
          <a:xfrm>
            <a:off x="2125440" y="5052960"/>
            <a:ext cx="3132720" cy="2194920"/>
          </a:xfrm>
          <a:prstGeom prst="rect">
            <a:avLst/>
          </a:prstGeom>
          <a:noFill/>
          <a:ln>
            <a:noFill/>
          </a:ln>
        </p:spPr>
        <p:style>
          <a:lnRef idx="0"/>
          <a:fillRef idx="0"/>
          <a:effectRef idx="0"/>
          <a:fontRef idx="minor"/>
        </p:style>
        <p:txBody>
          <a:bodyPr lIns="0" rIns="0" tIns="0" bIns="0">
            <a:spAutoFit/>
          </a:bodyPr>
          <a:p>
            <a:pPr>
              <a:lnSpc>
                <a:spcPct val="100000"/>
              </a:lnSpc>
            </a:pPr>
            <a:r>
              <a:rPr b="0" lang="en-US" sz="2400" spc="-1" strike="noStrike">
                <a:solidFill>
                  <a:srgbClr val="ffffff"/>
                </a:solidFill>
                <a:latin typeface="Arial"/>
                <a:ea typeface="Arial"/>
              </a:rPr>
              <a:t>Automatically dims or brightens headlights based on real-time light conditions, improving safety and saving energy.</a:t>
            </a:r>
            <a:endParaRPr b="0" lang="en-US" sz="2400" spc="-1" strike="noStrike">
              <a:latin typeface="Arial"/>
            </a:endParaRPr>
          </a:p>
        </p:txBody>
      </p:sp>
      <p:sp>
        <p:nvSpPr>
          <p:cNvPr id="304" name="CustomShape 33"/>
          <p:cNvSpPr/>
          <p:nvPr/>
        </p:nvSpPr>
        <p:spPr>
          <a:xfrm>
            <a:off x="7595640" y="4842720"/>
            <a:ext cx="3252600" cy="2560680"/>
          </a:xfrm>
          <a:prstGeom prst="rect">
            <a:avLst/>
          </a:prstGeom>
          <a:noFill/>
          <a:ln>
            <a:noFill/>
          </a:ln>
        </p:spPr>
        <p:style>
          <a:lnRef idx="0"/>
          <a:fillRef idx="0"/>
          <a:effectRef idx="0"/>
          <a:fontRef idx="minor"/>
        </p:style>
        <p:txBody>
          <a:bodyPr lIns="0" rIns="0" tIns="0" bIns="0">
            <a:spAutoFit/>
          </a:bodyPr>
          <a:p>
            <a:pPr>
              <a:lnSpc>
                <a:spcPct val="100000"/>
              </a:lnSpc>
            </a:pPr>
            <a:r>
              <a:rPr b="0" lang="en-US" sz="2400" spc="-1" strike="noStrike">
                <a:solidFill>
                  <a:srgbClr val="ffffff"/>
                </a:solidFill>
                <a:latin typeface="Arial"/>
                <a:ea typeface="Arial"/>
              </a:rPr>
              <a:t> </a:t>
            </a:r>
            <a:r>
              <a:rPr b="0" lang="en-US" sz="2400" spc="-1" strike="noStrike">
                <a:solidFill>
                  <a:srgbClr val="ffffff"/>
                </a:solidFill>
                <a:latin typeface="Arial"/>
                <a:ea typeface="Arial"/>
              </a:rPr>
              <a:t>It saves energy by adjusting brightness according to ambient light, reduces maintenance costs, and extends the lifespan of headlights.</a:t>
            </a:r>
            <a:endParaRPr b="0" lang="en-US" sz="2400" spc="-1" strike="noStrike">
              <a:latin typeface="Arial"/>
            </a:endParaRPr>
          </a:p>
        </p:txBody>
      </p:sp>
      <p:sp>
        <p:nvSpPr>
          <p:cNvPr id="305" name="CustomShape 34"/>
          <p:cNvSpPr/>
          <p:nvPr/>
        </p:nvSpPr>
        <p:spPr>
          <a:xfrm>
            <a:off x="12928680" y="4781160"/>
            <a:ext cx="3408840" cy="2926440"/>
          </a:xfrm>
          <a:prstGeom prst="rect">
            <a:avLst/>
          </a:prstGeom>
          <a:noFill/>
          <a:ln>
            <a:noFill/>
          </a:ln>
        </p:spPr>
        <p:style>
          <a:lnRef idx="0"/>
          <a:fillRef idx="0"/>
          <a:effectRef idx="0"/>
          <a:fontRef idx="minor"/>
        </p:style>
        <p:txBody>
          <a:bodyPr lIns="0" rIns="0" tIns="0" bIns="0">
            <a:spAutoFit/>
          </a:bodyPr>
          <a:p>
            <a:pPr algn="ctr">
              <a:lnSpc>
                <a:spcPct val="100000"/>
              </a:lnSpc>
            </a:pPr>
            <a:r>
              <a:rPr b="0" lang="en-US" sz="2400" spc="-1" strike="noStrike">
                <a:solidFill>
                  <a:srgbClr val="ffffff"/>
                </a:solidFill>
                <a:latin typeface="Arial"/>
                <a:ea typeface="Arial"/>
              </a:rPr>
              <a:t>Reducing glare and improving visibility. It also saves energy, lowers maintenance costs, and promotes innovative automotive with more efficient vehicles.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06" name="CustomShape 1"/>
          <p:cNvSpPr/>
          <p:nvPr/>
        </p:nvSpPr>
        <p:spPr>
          <a:xfrm>
            <a:off x="1215360" y="3258360"/>
            <a:ext cx="9904680" cy="3292200"/>
          </a:xfrm>
          <a:prstGeom prst="rect">
            <a:avLst/>
          </a:prstGeom>
          <a:noFill/>
          <a:ln>
            <a:noFill/>
          </a:ln>
        </p:spPr>
        <p:style>
          <a:lnRef idx="0"/>
          <a:fillRef idx="0"/>
          <a:effectRef idx="0"/>
          <a:fontRef idx="minor"/>
        </p:style>
        <p:txBody>
          <a:bodyPr lIns="0" rIns="0" tIns="0" bIns="0">
            <a:spAutoFit/>
          </a:bodyPr>
          <a:p>
            <a:pPr lvl="1" marL="852120" indent="-571320" algn="just">
              <a:lnSpc>
                <a:spcPct val="100000"/>
              </a:lnSpc>
              <a:buClr>
                <a:srgbClr val="f79646"/>
              </a:buClr>
              <a:buFont typeface="Wingdings" charset="2"/>
              <a:buChar char=""/>
            </a:pPr>
            <a:r>
              <a:rPr b="0" lang="en-US" sz="3600" spc="-1" strike="noStrike">
                <a:solidFill>
                  <a:srgbClr val="ffffff"/>
                </a:solidFill>
                <a:latin typeface="Arial"/>
                <a:ea typeface="Arial"/>
              </a:rPr>
              <a:t> </a:t>
            </a:r>
            <a:r>
              <a:rPr b="0" lang="en-US" sz="3600" spc="-1" strike="noStrike">
                <a:solidFill>
                  <a:srgbClr val="ffffff"/>
                </a:solidFill>
                <a:latin typeface="Arial"/>
                <a:ea typeface="Arial"/>
              </a:rPr>
              <a:t>Automatically adjusts headlight brightness.</a:t>
            </a:r>
            <a:endParaRPr b="0" lang="en-US" sz="3600" spc="-1" strike="noStrike">
              <a:latin typeface="Arial"/>
            </a:endParaRPr>
          </a:p>
          <a:p>
            <a:pPr lvl="1" marL="852120" indent="-571320" algn="just">
              <a:lnSpc>
                <a:spcPct val="100000"/>
              </a:lnSpc>
              <a:buClr>
                <a:srgbClr val="f79646"/>
              </a:buClr>
              <a:buFont typeface="Wingdings" charset="2"/>
              <a:buChar char=""/>
            </a:pPr>
            <a:r>
              <a:rPr b="0" lang="en-US" sz="3600" spc="-1" strike="noStrike">
                <a:solidFill>
                  <a:srgbClr val="ffffff"/>
                </a:solidFill>
                <a:latin typeface="Arial"/>
                <a:ea typeface="Arial"/>
              </a:rPr>
              <a:t> </a:t>
            </a:r>
            <a:r>
              <a:rPr b="0" lang="en-US" sz="3600" spc="-1" strike="noStrike">
                <a:solidFill>
                  <a:srgbClr val="ffffff"/>
                </a:solidFill>
                <a:latin typeface="Arial"/>
                <a:ea typeface="Arial"/>
              </a:rPr>
              <a:t>Uses light sensors for detection.</a:t>
            </a:r>
            <a:endParaRPr b="0" lang="en-US" sz="3600" spc="-1" strike="noStrike">
              <a:latin typeface="Arial"/>
            </a:endParaRPr>
          </a:p>
          <a:p>
            <a:pPr lvl="1" marL="852120" indent="-571320" algn="just">
              <a:lnSpc>
                <a:spcPct val="100000"/>
              </a:lnSpc>
              <a:buClr>
                <a:srgbClr val="f79646"/>
              </a:buClr>
              <a:buFont typeface="Wingdings" charset="2"/>
              <a:buChar char=""/>
            </a:pPr>
            <a:r>
              <a:rPr b="0" lang="en-US" sz="3600" spc="-1" strike="noStrike">
                <a:solidFill>
                  <a:srgbClr val="ffffff"/>
                </a:solidFill>
                <a:latin typeface="Arial"/>
                <a:ea typeface="Arial"/>
              </a:rPr>
              <a:t>Saves energy and reduces maintenance.</a:t>
            </a:r>
            <a:endParaRPr b="0" lang="en-US" sz="3600" spc="-1" strike="noStrike">
              <a:latin typeface="Arial"/>
            </a:endParaRPr>
          </a:p>
          <a:p>
            <a:pPr lvl="1" marL="852120" indent="-571320" algn="just">
              <a:lnSpc>
                <a:spcPct val="100000"/>
              </a:lnSpc>
              <a:buClr>
                <a:srgbClr val="f79646"/>
              </a:buClr>
              <a:buFont typeface="Wingdings" charset="2"/>
              <a:buChar char=""/>
            </a:pPr>
            <a:r>
              <a:rPr b="0" lang="en-US" sz="3600" spc="-1" strike="noStrike">
                <a:solidFill>
                  <a:srgbClr val="ffffff"/>
                </a:solidFill>
                <a:latin typeface="Arial"/>
                <a:ea typeface="Arial"/>
              </a:rPr>
              <a:t> </a:t>
            </a:r>
            <a:r>
              <a:rPr b="0" lang="en-US" sz="3600" spc="-1" strike="noStrike">
                <a:solidFill>
                  <a:srgbClr val="ffffff"/>
                </a:solidFill>
                <a:latin typeface="Arial"/>
                <a:ea typeface="Arial"/>
              </a:rPr>
              <a:t>Enhances night driving safety.</a:t>
            </a:r>
            <a:endParaRPr b="0" lang="en-US" sz="3600" spc="-1" strike="noStrike">
              <a:latin typeface="Arial"/>
            </a:endParaRPr>
          </a:p>
          <a:p>
            <a:pPr lvl="1" marL="852120" indent="-571320" algn="just">
              <a:lnSpc>
                <a:spcPct val="100000"/>
              </a:lnSpc>
              <a:buClr>
                <a:srgbClr val="f79646"/>
              </a:buClr>
              <a:buFont typeface="Wingdings" charset="2"/>
              <a:buChar char=""/>
            </a:pPr>
            <a:r>
              <a:rPr b="0" lang="en-US" sz="3600" spc="-1" strike="noStrike">
                <a:solidFill>
                  <a:srgbClr val="ffffff"/>
                </a:solidFill>
                <a:latin typeface="Arial"/>
                <a:ea typeface="Arial"/>
              </a:rPr>
              <a:t> </a:t>
            </a:r>
            <a:r>
              <a:rPr b="0" lang="en-US" sz="3600" spc="-1" strike="noStrike">
                <a:solidFill>
                  <a:srgbClr val="ffffff"/>
                </a:solidFill>
                <a:latin typeface="Arial"/>
                <a:ea typeface="Arial"/>
              </a:rPr>
              <a:t>Investment recovers over time through savings.</a:t>
            </a:r>
            <a:endParaRPr b="0" lang="en-US" sz="3600" spc="-1" strike="noStrike">
              <a:latin typeface="Arial"/>
            </a:endParaRPr>
          </a:p>
        </p:txBody>
      </p:sp>
      <p:sp>
        <p:nvSpPr>
          <p:cNvPr id="307" name="CustomShape 2"/>
          <p:cNvSpPr/>
          <p:nvPr/>
        </p:nvSpPr>
        <p:spPr>
          <a:xfrm>
            <a:off x="1028880" y="1171440"/>
            <a:ext cx="8329320" cy="1219320"/>
          </a:xfrm>
          <a:prstGeom prst="rect">
            <a:avLst/>
          </a:prstGeom>
          <a:noFill/>
          <a:ln>
            <a:noFill/>
          </a:ln>
        </p:spPr>
        <p:style>
          <a:lnRef idx="0"/>
          <a:fillRef idx="0"/>
          <a:effectRef idx="0"/>
          <a:fontRef idx="minor"/>
        </p:style>
        <p:txBody>
          <a:bodyPr lIns="0" rIns="0" tIns="0" bIns="0">
            <a:spAutoFit/>
          </a:bodyPr>
          <a:p>
            <a:pPr>
              <a:lnSpc>
                <a:spcPct val="100000"/>
              </a:lnSpc>
            </a:pPr>
            <a:r>
              <a:rPr b="1" lang="en-US" sz="8000" spc="-1" strike="noStrike">
                <a:solidFill>
                  <a:srgbClr val="ffffff"/>
                </a:solidFill>
                <a:latin typeface="DM Sans"/>
                <a:ea typeface="DM Sans"/>
              </a:rPr>
              <a:t>KEY POINTS</a:t>
            </a:r>
            <a:endParaRPr b="0" lang="en-US" sz="8000" spc="-1" strike="noStrike">
              <a:latin typeface="Arial"/>
            </a:endParaRPr>
          </a:p>
        </p:txBody>
      </p:sp>
      <p:sp>
        <p:nvSpPr>
          <p:cNvPr id="308" name="CustomShape 3"/>
          <p:cNvSpPr/>
          <p:nvPr/>
        </p:nvSpPr>
        <p:spPr>
          <a:xfrm>
            <a:off x="1028880" y="9035280"/>
            <a:ext cx="1095192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grpSp>
        <p:nvGrpSpPr>
          <p:cNvPr id="309" name="Group 4"/>
          <p:cNvGrpSpPr/>
          <p:nvPr/>
        </p:nvGrpSpPr>
        <p:grpSpPr>
          <a:xfrm>
            <a:off x="12337200" y="-1664280"/>
            <a:ext cx="3995280" cy="13169520"/>
            <a:chOff x="12337200" y="-1664280"/>
            <a:chExt cx="3995280" cy="13169520"/>
          </a:xfrm>
        </p:grpSpPr>
        <p:grpSp>
          <p:nvGrpSpPr>
            <p:cNvPr id="310" name="Group 5"/>
            <p:cNvGrpSpPr/>
            <p:nvPr/>
          </p:nvGrpSpPr>
          <p:grpSpPr>
            <a:xfrm>
              <a:off x="12337200" y="-1391400"/>
              <a:ext cx="3995280" cy="12466800"/>
              <a:chOff x="12337200" y="-1391400"/>
              <a:chExt cx="3995280" cy="12466800"/>
            </a:xfrm>
          </p:grpSpPr>
          <p:sp>
            <p:nvSpPr>
              <p:cNvPr id="311" name="CustomShape 6"/>
              <p:cNvSpPr/>
              <p:nvPr/>
            </p:nvSpPr>
            <p:spPr>
              <a:xfrm>
                <a:off x="12337200" y="-788400"/>
                <a:ext cx="3995280" cy="118638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12" name="CustomShape 7"/>
              <p:cNvSpPr/>
              <p:nvPr/>
            </p:nvSpPr>
            <p:spPr>
              <a:xfrm>
                <a:off x="12337200" y="-1391400"/>
                <a:ext cx="3995280" cy="12466440"/>
              </a:xfrm>
              <a:prstGeom prst="rect">
                <a:avLst/>
              </a:prstGeom>
              <a:noFill/>
              <a:ln>
                <a:noFill/>
              </a:ln>
            </p:spPr>
            <p:style>
              <a:lnRef idx="0"/>
              <a:fillRef idx="0"/>
              <a:effectRef idx="0"/>
              <a:fontRef idx="minor"/>
            </p:style>
          </p:sp>
        </p:grpSp>
        <p:grpSp>
          <p:nvGrpSpPr>
            <p:cNvPr id="313" name="Group 8"/>
            <p:cNvGrpSpPr/>
            <p:nvPr/>
          </p:nvGrpSpPr>
          <p:grpSpPr>
            <a:xfrm>
              <a:off x="12596400" y="-542520"/>
              <a:ext cx="3476160" cy="10847520"/>
              <a:chOff x="12596400" y="-542520"/>
              <a:chExt cx="3476160" cy="10847520"/>
            </a:xfrm>
          </p:grpSpPr>
          <p:sp>
            <p:nvSpPr>
              <p:cNvPr id="314" name="CustomShape 9"/>
              <p:cNvSpPr/>
              <p:nvPr/>
            </p:nvSpPr>
            <p:spPr>
              <a:xfrm>
                <a:off x="12596400" y="-18000"/>
                <a:ext cx="3476160" cy="10323000"/>
              </a:xfrm>
              <a:custGeom>
                <a:avLst/>
                <a:gdLst/>
                <a:ahLst/>
                <a:rect l="l" t="t" r="r" b="b"/>
                <a:pathLst>
                  <a:path w="315691" h="937402">
                    <a:moveTo>
                      <a:pt x="0" y="0"/>
                    </a:moveTo>
                    <a:lnTo>
                      <a:pt x="315691" y="0"/>
                    </a:lnTo>
                    <a:lnTo>
                      <a:pt x="315691" y="937402"/>
                    </a:lnTo>
                    <a:lnTo>
                      <a:pt x="0" y="93740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15" name="CustomShape 10"/>
              <p:cNvSpPr/>
              <p:nvPr/>
            </p:nvSpPr>
            <p:spPr>
              <a:xfrm>
                <a:off x="12596400" y="-542520"/>
                <a:ext cx="3476160" cy="10847160"/>
              </a:xfrm>
              <a:prstGeom prst="rect">
                <a:avLst/>
              </a:prstGeom>
              <a:noFill/>
              <a:ln>
                <a:noFill/>
              </a:ln>
            </p:spPr>
            <p:style>
              <a:lnRef idx="0"/>
              <a:fillRef idx="0"/>
              <a:effectRef idx="0"/>
              <a:fontRef idx="minor"/>
            </p:style>
          </p:sp>
        </p:grpSp>
        <p:grpSp>
          <p:nvGrpSpPr>
            <p:cNvPr id="316" name="Group 11"/>
            <p:cNvGrpSpPr/>
            <p:nvPr/>
          </p:nvGrpSpPr>
          <p:grpSpPr>
            <a:xfrm>
              <a:off x="12855960" y="-777960"/>
              <a:ext cx="2957400" cy="11396520"/>
              <a:chOff x="12855960" y="-777960"/>
              <a:chExt cx="2957400" cy="11396520"/>
            </a:xfrm>
          </p:grpSpPr>
          <p:sp>
            <p:nvSpPr>
              <p:cNvPr id="317" name="CustomShape 12"/>
              <p:cNvSpPr/>
              <p:nvPr/>
            </p:nvSpPr>
            <p:spPr>
              <a:xfrm>
                <a:off x="12855960" y="-331920"/>
                <a:ext cx="2957400" cy="10950480"/>
              </a:xfrm>
              <a:custGeom>
                <a:avLst/>
                <a:gdLst/>
                <a:ahLst/>
                <a:rect l="l" t="t" r="r" b="b"/>
                <a:pathLst>
                  <a:path w="315691" h="1168844">
                    <a:moveTo>
                      <a:pt x="0" y="0"/>
                    </a:moveTo>
                    <a:lnTo>
                      <a:pt x="315691" y="0"/>
                    </a:lnTo>
                    <a:lnTo>
                      <a:pt x="315691"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18" name="CustomShape 13"/>
              <p:cNvSpPr/>
              <p:nvPr/>
            </p:nvSpPr>
            <p:spPr>
              <a:xfrm>
                <a:off x="12855960" y="-777960"/>
                <a:ext cx="2957400" cy="11396520"/>
              </a:xfrm>
              <a:prstGeom prst="rect">
                <a:avLst/>
              </a:prstGeom>
              <a:noFill/>
              <a:ln>
                <a:noFill/>
              </a:ln>
            </p:spPr>
            <p:style>
              <a:lnRef idx="0"/>
              <a:fillRef idx="0"/>
              <a:effectRef idx="0"/>
              <a:fontRef idx="minor"/>
            </p:style>
          </p:sp>
        </p:grpSp>
        <p:grpSp>
          <p:nvGrpSpPr>
            <p:cNvPr id="319" name="Group 14"/>
            <p:cNvGrpSpPr/>
            <p:nvPr/>
          </p:nvGrpSpPr>
          <p:grpSpPr>
            <a:xfrm>
              <a:off x="13115520" y="-777960"/>
              <a:ext cx="2438280" cy="11396520"/>
              <a:chOff x="13115520" y="-777960"/>
              <a:chExt cx="2438280" cy="11396520"/>
            </a:xfrm>
          </p:grpSpPr>
          <p:sp>
            <p:nvSpPr>
              <p:cNvPr id="320" name="CustomShape 15"/>
              <p:cNvSpPr/>
              <p:nvPr/>
            </p:nvSpPr>
            <p:spPr>
              <a:xfrm>
                <a:off x="13115520" y="-331920"/>
                <a:ext cx="2438280" cy="10950480"/>
              </a:xfrm>
              <a:custGeom>
                <a:avLst/>
                <a:gdLst/>
                <a:ahLst/>
                <a:rect l="l" t="t" r="r" b="b"/>
                <a:pathLst>
                  <a:path w="260307" h="1168844">
                    <a:moveTo>
                      <a:pt x="0" y="0"/>
                    </a:moveTo>
                    <a:lnTo>
                      <a:pt x="260307" y="0"/>
                    </a:lnTo>
                    <a:lnTo>
                      <a:pt x="260307" y="1168844"/>
                    </a:lnTo>
                    <a:lnTo>
                      <a:pt x="0" y="1168844"/>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21" name="CustomShape 16"/>
              <p:cNvSpPr/>
              <p:nvPr/>
            </p:nvSpPr>
            <p:spPr>
              <a:xfrm>
                <a:off x="13115520" y="-777960"/>
                <a:ext cx="2438280" cy="11396520"/>
              </a:xfrm>
              <a:prstGeom prst="rect">
                <a:avLst/>
              </a:prstGeom>
              <a:noFill/>
              <a:ln>
                <a:noFill/>
              </a:ln>
            </p:spPr>
            <p:style>
              <a:lnRef idx="0"/>
              <a:fillRef idx="0"/>
              <a:effectRef idx="0"/>
              <a:fontRef idx="minor"/>
            </p:style>
          </p:sp>
        </p:grpSp>
        <p:grpSp>
          <p:nvGrpSpPr>
            <p:cNvPr id="322" name="Group 17"/>
            <p:cNvGrpSpPr/>
            <p:nvPr/>
          </p:nvGrpSpPr>
          <p:grpSpPr>
            <a:xfrm>
              <a:off x="13374720" y="-1664280"/>
              <a:ext cx="1919520" cy="13169520"/>
              <a:chOff x="13374720" y="-1664280"/>
              <a:chExt cx="1919520" cy="13169520"/>
            </a:xfrm>
          </p:grpSpPr>
          <p:sp>
            <p:nvSpPr>
              <p:cNvPr id="323" name="CustomShape 18"/>
              <p:cNvSpPr/>
              <p:nvPr/>
            </p:nvSpPr>
            <p:spPr>
              <a:xfrm>
                <a:off x="13374720" y="-1218240"/>
                <a:ext cx="1919520" cy="12723120"/>
              </a:xfrm>
              <a:custGeom>
                <a:avLst/>
                <a:gdLst/>
                <a:ahLst/>
                <a:rect l="l" t="t" r="r" b="b"/>
                <a:pathLst>
                  <a:path w="204922" h="1358058">
                    <a:moveTo>
                      <a:pt x="0" y="0"/>
                    </a:moveTo>
                    <a:lnTo>
                      <a:pt x="204922" y="0"/>
                    </a:lnTo>
                    <a:lnTo>
                      <a:pt x="204922" y="1358058"/>
                    </a:lnTo>
                    <a:lnTo>
                      <a:pt x="0" y="1358058"/>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24" name="CustomShape 19"/>
              <p:cNvSpPr/>
              <p:nvPr/>
            </p:nvSpPr>
            <p:spPr>
              <a:xfrm>
                <a:off x="13374720" y="-1664280"/>
                <a:ext cx="1919520" cy="13169520"/>
              </a:xfrm>
              <a:prstGeom prst="rect">
                <a:avLst/>
              </a:prstGeom>
              <a:noFill/>
              <a:ln>
                <a:noFill/>
              </a:ln>
            </p:spPr>
            <p:style>
              <a:lnRef idx="0"/>
              <a:fillRef idx="0"/>
              <a:effectRef idx="0"/>
              <a:fontRef idx="minor"/>
            </p:style>
          </p:sp>
        </p:grpSp>
      </p:grpSp>
      <p:sp>
        <p:nvSpPr>
          <p:cNvPr id="325" name="CustomShape 20"/>
          <p:cNvSpPr/>
          <p:nvPr/>
        </p:nvSpPr>
        <p:spPr>
          <a:xfrm>
            <a:off x="13277160" y="0"/>
            <a:ext cx="5010480" cy="10286640"/>
          </a:xfrm>
          <a:custGeom>
            <a:avLst/>
            <a:gdLst/>
            <a:ahLst/>
            <a:rect l="l" t="t" r="r" b="b"/>
            <a:pathLst>
              <a:path w="776330" h="1593725">
                <a:moveTo>
                  <a:pt x="0" y="0"/>
                </a:moveTo>
                <a:lnTo>
                  <a:pt x="776330" y="0"/>
                </a:lnTo>
                <a:lnTo>
                  <a:pt x="776330" y="1593725"/>
                </a:lnTo>
                <a:lnTo>
                  <a:pt x="0" y="1593725"/>
                </a:lnTo>
                <a:close/>
              </a:path>
            </a:pathLst>
          </a:custGeom>
          <a:blipFill rotWithShape="0">
            <a:blip r:embed="rId1"/>
            <a:stretch>
              <a:fillRect l="339333" t="0" r="421586" b="0"/>
            </a:stretch>
          </a:blipFill>
          <a:ln>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6" name="CustomShape 1"/>
          <p:cNvSpPr/>
          <p:nvPr/>
        </p:nvSpPr>
        <p:spPr>
          <a:xfrm>
            <a:off x="1810080" y="3675960"/>
            <a:ext cx="7722720" cy="2437560"/>
          </a:xfrm>
          <a:prstGeom prst="rect">
            <a:avLst/>
          </a:prstGeom>
          <a:noFill/>
          <a:ln>
            <a:noFill/>
          </a:ln>
        </p:spPr>
        <p:style>
          <a:lnRef idx="0"/>
          <a:fillRef idx="0"/>
          <a:effectRef idx="0"/>
          <a:fontRef idx="minor"/>
        </p:style>
        <p:txBody>
          <a:bodyPr lIns="0" rIns="0" tIns="0" bIns="0">
            <a:spAutoFit/>
          </a:bodyPr>
          <a:p>
            <a:pPr>
              <a:lnSpc>
                <a:spcPct val="100000"/>
              </a:lnSpc>
            </a:pPr>
            <a:r>
              <a:rPr b="1" lang="en-US" sz="8000" spc="-1" strike="noStrike">
                <a:solidFill>
                  <a:srgbClr val="ffffff"/>
                </a:solidFill>
                <a:latin typeface="DM Sans"/>
                <a:ea typeface="DM Sans"/>
              </a:rPr>
              <a:t>ANY QUERIES ?</a:t>
            </a:r>
            <a:endParaRPr b="0" lang="en-US" sz="8000" spc="-1" strike="noStrike">
              <a:latin typeface="Arial"/>
            </a:endParaRPr>
          </a:p>
        </p:txBody>
      </p:sp>
      <p:sp>
        <p:nvSpPr>
          <p:cNvPr id="327" name="CustomShape 2"/>
          <p:cNvSpPr/>
          <p:nvPr/>
        </p:nvSpPr>
        <p:spPr>
          <a:xfrm>
            <a:off x="10879560" y="1487160"/>
            <a:ext cx="5919120" cy="6839640"/>
          </a:xfrm>
          <a:custGeom>
            <a:avLst/>
            <a:gdLst/>
            <a:ahLst/>
            <a:rect l="l" t="t" r="r" b="b"/>
            <a:pathLst>
              <a:path w="5919553" h="6839820">
                <a:moveTo>
                  <a:pt x="0" y="0"/>
                </a:moveTo>
                <a:lnTo>
                  <a:pt x="5919553" y="0"/>
                </a:lnTo>
                <a:lnTo>
                  <a:pt x="5919553" y="6839820"/>
                </a:lnTo>
                <a:lnTo>
                  <a:pt x="0" y="6839820"/>
                </a:lnTo>
                <a:lnTo>
                  <a:pt x="0" y="0"/>
                </a:lnTo>
                <a:close/>
              </a:path>
            </a:pathLst>
          </a:custGeom>
          <a:blipFill rotWithShape="0">
            <a:blip r:embed="rId1"/>
            <a:stretch>
              <a:fillRect/>
            </a:stretch>
          </a:blipFill>
          <a:ln>
            <a:noFill/>
          </a:ln>
        </p:spPr>
        <p:style>
          <a:lnRef idx="0"/>
          <a:fillRef idx="0"/>
          <a:effectRef idx="0"/>
          <a:fontRef idx="minor"/>
        </p:style>
      </p:sp>
      <p:sp>
        <p:nvSpPr>
          <p:cNvPr id="328" name="CustomShape 3"/>
          <p:cNvSpPr/>
          <p:nvPr/>
        </p:nvSpPr>
        <p:spPr>
          <a:xfrm>
            <a:off x="1028880" y="9035280"/>
            <a:ext cx="16230240" cy="360"/>
          </a:xfrm>
          <a:custGeom>
            <a:avLst/>
            <a:gdLst/>
            <a:ahLst/>
            <a:rect l="l" t="t" r="r" b="b"/>
            <a:pathLst>
              <a:path w="21600" h="21600">
                <a:moveTo>
                  <a:pt x="0" y="0"/>
                </a:moveTo>
                <a:lnTo>
                  <a:pt x="21600" y="21600"/>
                </a:lnTo>
              </a:path>
            </a:pathLst>
          </a:custGeom>
          <a:noFill/>
          <a:ln w="28440">
            <a:solidFill>
              <a:srgbClr val="ffffff"/>
            </a:solidFill>
            <a:round/>
          </a:ln>
        </p:spPr>
        <p:style>
          <a:lnRef idx="0"/>
          <a:fillRef idx="0"/>
          <a:effectRef idx="0"/>
          <a:fontRef idx="minor"/>
        </p:style>
      </p:sp>
      <p:grpSp>
        <p:nvGrpSpPr>
          <p:cNvPr id="329" name="Group 4"/>
          <p:cNvGrpSpPr/>
          <p:nvPr/>
        </p:nvGrpSpPr>
        <p:grpSpPr>
          <a:xfrm>
            <a:off x="-2519280" y="9592560"/>
            <a:ext cx="25040520" cy="3995280"/>
            <a:chOff x="-2519280" y="9592560"/>
            <a:chExt cx="25040520" cy="3995280"/>
          </a:xfrm>
        </p:grpSpPr>
        <p:grpSp>
          <p:nvGrpSpPr>
            <p:cNvPr id="330" name="Group 5"/>
            <p:cNvGrpSpPr/>
            <p:nvPr/>
          </p:nvGrpSpPr>
          <p:grpSpPr>
            <a:xfrm>
              <a:off x="-1688760" y="9592560"/>
              <a:ext cx="23535720" cy="3995280"/>
              <a:chOff x="-1688760" y="9592560"/>
              <a:chExt cx="23535720" cy="3995280"/>
            </a:xfrm>
          </p:grpSpPr>
          <p:sp>
            <p:nvSpPr>
              <p:cNvPr id="331" name="CustomShape 6"/>
              <p:cNvSpPr/>
              <p:nvPr/>
            </p:nvSpPr>
            <p:spPr>
              <a:xfrm rot="5400000">
                <a:off x="7780320" y="123480"/>
                <a:ext cx="3995280" cy="2293272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32" name="CustomShape 7"/>
              <p:cNvSpPr/>
              <p:nvPr/>
            </p:nvSpPr>
            <p:spPr>
              <a:xfrm rot="5400000">
                <a:off x="8081280" y="-177480"/>
                <a:ext cx="3995280" cy="23535720"/>
              </a:xfrm>
              <a:prstGeom prst="rect">
                <a:avLst/>
              </a:prstGeom>
              <a:noFill/>
              <a:ln>
                <a:noFill/>
              </a:ln>
            </p:spPr>
            <p:style>
              <a:lnRef idx="0"/>
              <a:fillRef idx="0"/>
              <a:effectRef idx="0"/>
              <a:fontRef idx="minor"/>
            </p:style>
          </p:sp>
        </p:grpSp>
        <p:grpSp>
          <p:nvGrpSpPr>
            <p:cNvPr id="333" name="Group 8"/>
            <p:cNvGrpSpPr/>
            <p:nvPr/>
          </p:nvGrpSpPr>
          <p:grpSpPr>
            <a:xfrm>
              <a:off x="-199440" y="9852120"/>
              <a:ext cx="20478960" cy="3476160"/>
              <a:chOff x="-199440" y="9852120"/>
              <a:chExt cx="20478960" cy="3476160"/>
            </a:xfrm>
          </p:grpSpPr>
          <p:sp>
            <p:nvSpPr>
              <p:cNvPr id="334" name="CustomShape 9"/>
              <p:cNvSpPr/>
              <p:nvPr/>
            </p:nvSpPr>
            <p:spPr>
              <a:xfrm rot="5400000">
                <a:off x="8039520" y="1612800"/>
                <a:ext cx="3476160" cy="19954440"/>
              </a:xfrm>
              <a:custGeom>
                <a:avLst/>
                <a:gdLst/>
                <a:ahLst/>
                <a:rect l="l" t="t" r="r" b="b"/>
                <a:pathLst>
                  <a:path w="315691" h="1812005">
                    <a:moveTo>
                      <a:pt x="0" y="0"/>
                    </a:moveTo>
                    <a:lnTo>
                      <a:pt x="315691" y="0"/>
                    </a:lnTo>
                    <a:lnTo>
                      <a:pt x="315691" y="1812005"/>
                    </a:lnTo>
                    <a:lnTo>
                      <a:pt x="0" y="181200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35" name="CustomShape 10"/>
              <p:cNvSpPr/>
              <p:nvPr/>
            </p:nvSpPr>
            <p:spPr>
              <a:xfrm rot="5400000">
                <a:off x="8301960" y="1350360"/>
                <a:ext cx="3476160" cy="20478960"/>
              </a:xfrm>
              <a:prstGeom prst="rect">
                <a:avLst/>
              </a:prstGeom>
              <a:noFill/>
              <a:ln>
                <a:noFill/>
              </a:ln>
            </p:spPr>
            <p:style>
              <a:lnRef idx="0"/>
              <a:fillRef idx="0"/>
              <a:effectRef idx="0"/>
              <a:fontRef idx="minor"/>
            </p:style>
          </p:sp>
        </p:grpSp>
        <p:grpSp>
          <p:nvGrpSpPr>
            <p:cNvPr id="336" name="Group 11"/>
            <p:cNvGrpSpPr/>
            <p:nvPr/>
          </p:nvGrpSpPr>
          <p:grpSpPr>
            <a:xfrm>
              <a:off x="-806040" y="10111680"/>
              <a:ext cx="21614040" cy="2957400"/>
              <a:chOff x="-806040" y="10111680"/>
              <a:chExt cx="21614040" cy="2957400"/>
            </a:xfrm>
          </p:grpSpPr>
          <p:sp>
            <p:nvSpPr>
              <p:cNvPr id="337" name="CustomShape 12"/>
              <p:cNvSpPr/>
              <p:nvPr/>
            </p:nvSpPr>
            <p:spPr>
              <a:xfrm rot="5400000">
                <a:off x="8299080" y="1006200"/>
                <a:ext cx="2957400" cy="21167640"/>
              </a:xfrm>
              <a:custGeom>
                <a:avLst/>
                <a:gdLst/>
                <a:ahLst/>
                <a:rect l="l" t="t" r="r" b="b"/>
                <a:pathLst>
                  <a:path w="315691" h="2259385">
                    <a:moveTo>
                      <a:pt x="0" y="0"/>
                    </a:moveTo>
                    <a:lnTo>
                      <a:pt x="315691" y="0"/>
                    </a:lnTo>
                    <a:lnTo>
                      <a:pt x="315691"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38" name="CustomShape 13"/>
              <p:cNvSpPr/>
              <p:nvPr/>
            </p:nvSpPr>
            <p:spPr>
              <a:xfrm rot="5400000">
                <a:off x="8522280" y="783360"/>
                <a:ext cx="2957400" cy="21613680"/>
              </a:xfrm>
              <a:prstGeom prst="rect">
                <a:avLst/>
              </a:prstGeom>
              <a:noFill/>
              <a:ln>
                <a:noFill/>
              </a:ln>
            </p:spPr>
            <p:style>
              <a:lnRef idx="0"/>
              <a:fillRef idx="0"/>
              <a:effectRef idx="0"/>
              <a:fontRef idx="minor"/>
            </p:style>
          </p:sp>
        </p:grpSp>
        <p:grpSp>
          <p:nvGrpSpPr>
            <p:cNvPr id="339" name="Group 14"/>
            <p:cNvGrpSpPr/>
            <p:nvPr/>
          </p:nvGrpSpPr>
          <p:grpSpPr>
            <a:xfrm>
              <a:off x="-806040" y="10370880"/>
              <a:ext cx="21614040" cy="2438280"/>
              <a:chOff x="-806040" y="10370880"/>
              <a:chExt cx="21614040" cy="2438280"/>
            </a:xfrm>
          </p:grpSpPr>
          <p:sp>
            <p:nvSpPr>
              <p:cNvPr id="340" name="CustomShape 15"/>
              <p:cNvSpPr/>
              <p:nvPr/>
            </p:nvSpPr>
            <p:spPr>
              <a:xfrm rot="5400000">
                <a:off x="8558640" y="1005840"/>
                <a:ext cx="2438280" cy="21167640"/>
              </a:xfrm>
              <a:custGeom>
                <a:avLst/>
                <a:gdLst/>
                <a:ahLst/>
                <a:rect l="l" t="t" r="r" b="b"/>
                <a:pathLst>
                  <a:path w="260307" h="2259385">
                    <a:moveTo>
                      <a:pt x="0" y="0"/>
                    </a:moveTo>
                    <a:lnTo>
                      <a:pt x="260307" y="0"/>
                    </a:lnTo>
                    <a:lnTo>
                      <a:pt x="260307" y="2259385"/>
                    </a:lnTo>
                    <a:lnTo>
                      <a:pt x="0" y="2259385"/>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41" name="CustomShape 16"/>
              <p:cNvSpPr/>
              <p:nvPr/>
            </p:nvSpPr>
            <p:spPr>
              <a:xfrm rot="5400000">
                <a:off x="8781840" y="783000"/>
                <a:ext cx="2438280" cy="21613680"/>
              </a:xfrm>
              <a:prstGeom prst="rect">
                <a:avLst/>
              </a:prstGeom>
              <a:noFill/>
              <a:ln>
                <a:noFill/>
              </a:ln>
            </p:spPr>
            <p:style>
              <a:lnRef idx="0"/>
              <a:fillRef idx="0"/>
              <a:effectRef idx="0"/>
              <a:fontRef idx="minor"/>
            </p:style>
          </p:sp>
        </p:grpSp>
        <p:grpSp>
          <p:nvGrpSpPr>
            <p:cNvPr id="342" name="Group 17"/>
            <p:cNvGrpSpPr/>
            <p:nvPr/>
          </p:nvGrpSpPr>
          <p:grpSpPr>
            <a:xfrm>
              <a:off x="-2519280" y="10630440"/>
              <a:ext cx="25040520" cy="1919520"/>
              <a:chOff x="-2519280" y="10630440"/>
              <a:chExt cx="25040520" cy="1919520"/>
            </a:xfrm>
          </p:grpSpPr>
          <p:sp>
            <p:nvSpPr>
              <p:cNvPr id="343" name="CustomShape 18"/>
              <p:cNvSpPr/>
              <p:nvPr/>
            </p:nvSpPr>
            <p:spPr>
              <a:xfrm rot="5400000">
                <a:off x="8818200" y="-707040"/>
                <a:ext cx="1919520" cy="24594480"/>
              </a:xfrm>
              <a:custGeom>
                <a:avLst/>
                <a:gdLst/>
                <a:ahLst/>
                <a:rect l="l" t="t" r="r" b="b"/>
                <a:pathLst>
                  <a:path w="204922" h="2625136">
                    <a:moveTo>
                      <a:pt x="0" y="0"/>
                    </a:moveTo>
                    <a:lnTo>
                      <a:pt x="204922" y="0"/>
                    </a:lnTo>
                    <a:lnTo>
                      <a:pt x="204922" y="2625136"/>
                    </a:lnTo>
                    <a:lnTo>
                      <a:pt x="0" y="2625136"/>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44" name="CustomShape 19"/>
              <p:cNvSpPr/>
              <p:nvPr/>
            </p:nvSpPr>
            <p:spPr>
              <a:xfrm rot="5400000">
                <a:off x="9041040" y="-929880"/>
                <a:ext cx="1919520" cy="25040520"/>
              </a:xfrm>
              <a:prstGeom prst="rect">
                <a:avLst/>
              </a:prstGeom>
              <a:noFill/>
              <a:ln>
                <a:noFill/>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grpSp>
        <p:nvGrpSpPr>
          <p:cNvPr id="345" name="Group 1"/>
          <p:cNvGrpSpPr/>
          <p:nvPr/>
        </p:nvGrpSpPr>
        <p:grpSpPr>
          <a:xfrm>
            <a:off x="797400" y="-4055760"/>
            <a:ext cx="16693200" cy="17795520"/>
            <a:chOff x="797400" y="-4055760"/>
            <a:chExt cx="16693200" cy="17795520"/>
          </a:xfrm>
        </p:grpSpPr>
        <p:sp>
          <p:nvSpPr>
            <p:cNvPr id="346" name="CustomShape 2"/>
            <p:cNvSpPr/>
            <p:nvPr/>
          </p:nvSpPr>
          <p:spPr>
            <a:xfrm>
              <a:off x="797400" y="-3453120"/>
              <a:ext cx="16693200" cy="17192880"/>
            </a:xfrm>
            <a:custGeom>
              <a:avLst/>
              <a:gdLst/>
              <a:ahLst/>
              <a:rect l="l" t="t" r="r" b="b"/>
              <a:pathLst>
                <a:path w="1318994" h="1358477">
                  <a:moveTo>
                    <a:pt x="0" y="0"/>
                  </a:moveTo>
                  <a:lnTo>
                    <a:pt x="1318994" y="0"/>
                  </a:lnTo>
                  <a:lnTo>
                    <a:pt x="1318994" y="1358477"/>
                  </a:lnTo>
                  <a:lnTo>
                    <a:pt x="0" y="135847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47" name="CustomShape 3"/>
            <p:cNvSpPr/>
            <p:nvPr/>
          </p:nvSpPr>
          <p:spPr>
            <a:xfrm>
              <a:off x="797400" y="-4055760"/>
              <a:ext cx="16693200" cy="17795520"/>
            </a:xfrm>
            <a:prstGeom prst="rect">
              <a:avLst/>
            </a:prstGeom>
            <a:noFill/>
            <a:ln>
              <a:noFill/>
            </a:ln>
          </p:spPr>
          <p:style>
            <a:lnRef idx="0"/>
            <a:fillRef idx="0"/>
            <a:effectRef idx="0"/>
            <a:fontRef idx="minor"/>
          </p:style>
        </p:sp>
      </p:grpSp>
      <p:grpSp>
        <p:nvGrpSpPr>
          <p:cNvPr id="348" name="Group 4"/>
          <p:cNvGrpSpPr/>
          <p:nvPr/>
        </p:nvGrpSpPr>
        <p:grpSpPr>
          <a:xfrm>
            <a:off x="1881360" y="-2861280"/>
            <a:ext cx="14525280" cy="15484320"/>
            <a:chOff x="1881360" y="-2861280"/>
            <a:chExt cx="14525280" cy="15484320"/>
          </a:xfrm>
        </p:grpSpPr>
        <p:sp>
          <p:nvSpPr>
            <p:cNvPr id="349" name="CustomShape 5"/>
            <p:cNvSpPr/>
            <p:nvPr/>
          </p:nvSpPr>
          <p:spPr>
            <a:xfrm>
              <a:off x="1881360" y="-2336760"/>
              <a:ext cx="14525280" cy="14959800"/>
            </a:xfrm>
            <a:custGeom>
              <a:avLst/>
              <a:gdLst/>
              <a:ahLst/>
              <a:rect l="l" t="t" r="r" b="b"/>
              <a:pathLst>
                <a:path w="1318994" h="1358477">
                  <a:moveTo>
                    <a:pt x="0" y="0"/>
                  </a:moveTo>
                  <a:lnTo>
                    <a:pt x="1318994" y="0"/>
                  </a:lnTo>
                  <a:lnTo>
                    <a:pt x="1318994" y="1358477"/>
                  </a:lnTo>
                  <a:lnTo>
                    <a:pt x="0" y="135847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50" name="CustomShape 6"/>
            <p:cNvSpPr/>
            <p:nvPr/>
          </p:nvSpPr>
          <p:spPr>
            <a:xfrm>
              <a:off x="1881360" y="-2861280"/>
              <a:ext cx="14525280" cy="15484320"/>
            </a:xfrm>
            <a:prstGeom prst="rect">
              <a:avLst/>
            </a:prstGeom>
            <a:noFill/>
            <a:ln>
              <a:noFill/>
            </a:ln>
          </p:spPr>
          <p:style>
            <a:lnRef idx="0"/>
            <a:fillRef idx="0"/>
            <a:effectRef idx="0"/>
            <a:fontRef idx="minor"/>
          </p:style>
        </p:sp>
      </p:grpSp>
      <p:grpSp>
        <p:nvGrpSpPr>
          <p:cNvPr id="351" name="Group 7"/>
          <p:cNvGrpSpPr/>
          <p:nvPr/>
        </p:nvGrpSpPr>
        <p:grpSpPr>
          <a:xfrm>
            <a:off x="2965320" y="-1666440"/>
            <a:ext cx="12357360" cy="13173120"/>
            <a:chOff x="2965320" y="-1666440"/>
            <a:chExt cx="12357360" cy="13173120"/>
          </a:xfrm>
        </p:grpSpPr>
        <p:sp>
          <p:nvSpPr>
            <p:cNvPr id="352" name="CustomShape 8"/>
            <p:cNvSpPr/>
            <p:nvPr/>
          </p:nvSpPr>
          <p:spPr>
            <a:xfrm>
              <a:off x="2965320" y="-1220400"/>
              <a:ext cx="12357360" cy="12727080"/>
            </a:xfrm>
            <a:custGeom>
              <a:avLst/>
              <a:gdLst/>
              <a:ahLst/>
              <a:rect l="l" t="t" r="r" b="b"/>
              <a:pathLst>
                <a:path w="1318994" h="1358477">
                  <a:moveTo>
                    <a:pt x="0" y="0"/>
                  </a:moveTo>
                  <a:lnTo>
                    <a:pt x="1318994" y="0"/>
                  </a:lnTo>
                  <a:lnTo>
                    <a:pt x="1318994" y="1358477"/>
                  </a:lnTo>
                  <a:lnTo>
                    <a:pt x="0" y="1358477"/>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53" name="CustomShape 9"/>
            <p:cNvSpPr/>
            <p:nvPr/>
          </p:nvSpPr>
          <p:spPr>
            <a:xfrm>
              <a:off x="2965320" y="-1666440"/>
              <a:ext cx="12357360" cy="13173120"/>
            </a:xfrm>
            <a:prstGeom prst="rect">
              <a:avLst/>
            </a:prstGeom>
            <a:noFill/>
            <a:ln>
              <a:noFill/>
            </a:ln>
          </p:spPr>
          <p:style>
            <a:lnRef idx="0"/>
            <a:fillRef idx="0"/>
            <a:effectRef idx="0"/>
            <a:fontRef idx="minor"/>
          </p:style>
        </p:sp>
      </p:grpSp>
      <p:grpSp>
        <p:nvGrpSpPr>
          <p:cNvPr id="354" name="Group 10"/>
          <p:cNvGrpSpPr/>
          <p:nvPr/>
        </p:nvGrpSpPr>
        <p:grpSpPr>
          <a:xfrm>
            <a:off x="4049280" y="-406440"/>
            <a:ext cx="10189080" cy="10881360"/>
            <a:chOff x="4049280" y="-406440"/>
            <a:chExt cx="10189080" cy="10881360"/>
          </a:xfrm>
        </p:grpSpPr>
        <p:sp>
          <p:nvSpPr>
            <p:cNvPr id="355" name="CustomShape 11"/>
            <p:cNvSpPr/>
            <p:nvPr/>
          </p:nvSpPr>
          <p:spPr>
            <a:xfrm>
              <a:off x="4049280" y="39960"/>
              <a:ext cx="10189080" cy="10434960"/>
            </a:xfrm>
            <a:custGeom>
              <a:avLst/>
              <a:gdLst/>
              <a:ahLst/>
              <a:rect l="l" t="t" r="r" b="b"/>
              <a:pathLst>
                <a:path w="1087592" h="1113812">
                  <a:moveTo>
                    <a:pt x="0" y="0"/>
                  </a:moveTo>
                  <a:lnTo>
                    <a:pt x="1087592" y="0"/>
                  </a:lnTo>
                  <a:lnTo>
                    <a:pt x="1087592" y="1113812"/>
                  </a:lnTo>
                  <a:lnTo>
                    <a:pt x="0" y="1113812"/>
                  </a:lnTo>
                  <a:close/>
                </a:path>
              </a:pathLst>
            </a:custGeom>
            <a:gradFill rotWithShape="0">
              <a:gsLst>
                <a:gs pos="0">
                  <a:srgbClr val="fb861a"/>
                </a:gs>
                <a:gs pos="100000">
                  <a:srgbClr val="e0058b"/>
                </a:gs>
              </a:gsLst>
              <a:lin ang="5400000"/>
            </a:gradFill>
            <a:ln>
              <a:noFill/>
            </a:ln>
          </p:spPr>
          <p:style>
            <a:lnRef idx="0"/>
            <a:fillRef idx="0"/>
            <a:effectRef idx="0"/>
            <a:fontRef idx="minor"/>
          </p:style>
        </p:sp>
        <p:sp>
          <p:nvSpPr>
            <p:cNvPr id="356" name="CustomShape 12"/>
            <p:cNvSpPr/>
            <p:nvPr/>
          </p:nvSpPr>
          <p:spPr>
            <a:xfrm>
              <a:off x="4049280" y="-406440"/>
              <a:ext cx="10189080" cy="10881000"/>
            </a:xfrm>
            <a:prstGeom prst="rect">
              <a:avLst/>
            </a:prstGeom>
            <a:noFill/>
            <a:ln>
              <a:noFill/>
            </a:ln>
          </p:spPr>
          <p:style>
            <a:lnRef idx="0"/>
            <a:fillRef idx="0"/>
            <a:effectRef idx="0"/>
            <a:fontRef idx="minor"/>
          </p:style>
        </p:sp>
      </p:grpSp>
      <p:sp>
        <p:nvSpPr>
          <p:cNvPr id="357" name="CustomShape 13"/>
          <p:cNvSpPr/>
          <p:nvPr/>
        </p:nvSpPr>
        <p:spPr>
          <a:xfrm>
            <a:off x="4922280" y="3826440"/>
            <a:ext cx="8458200" cy="13093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8000" spc="-1" strike="noStrike">
                <a:solidFill>
                  <a:srgbClr val="ffffff"/>
                </a:solidFill>
                <a:latin typeface="Arial Black"/>
                <a:ea typeface="Arial"/>
              </a:rPr>
              <a:t>THANK YOU !</a:t>
            </a:r>
            <a:endParaRPr b="0" lang="en-US" sz="80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167</TotalTime>
  <Application>Neat_Office/6.2.8.2$Windows_x86 LibreOffice_project/</Application>
  <Words>494</Words>
  <Paragraphs>54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Kavipriya</dc:creator>
  <dc:description/>
  <dc:language>en-US</dc:language>
  <cp:lastModifiedBy/>
  <dcterms:modified xsi:type="dcterms:W3CDTF">2025-12-05T09:48:23Z</dcterms:modified>
  <cp:revision>11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13</vt:i4>
  </property>
  <property fmtid="{D5CDD505-2E9C-101B-9397-08002B2CF9AE}" pid="8" name="PresentationFormat">
    <vt:lpwstr>Custom</vt:lpwstr>
  </property>
  <property fmtid="{D5CDD505-2E9C-101B-9397-08002B2CF9AE}" pid="9" name="ScaleCrop">
    <vt:bool>0</vt:bool>
  </property>
  <property fmtid="{D5CDD505-2E9C-101B-9397-08002B2CF9AE}" pid="10" name="ShareDoc">
    <vt:bool>0</vt:bool>
  </property>
  <property fmtid="{D5CDD505-2E9C-101B-9397-08002B2CF9AE}" pid="11" name="Slides">
    <vt:i4>13</vt:i4>
  </property>
</Properties>
</file>